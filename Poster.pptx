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</p:sldIdLst>
  <p:sldSz cx="21383625" cy="3027521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2EBE2"/>
    <a:srgbClr val="56787A"/>
    <a:srgbClr val="77A6A9"/>
    <a:srgbClr val="333333"/>
    <a:srgbClr val="963C31"/>
    <a:srgbClr val="C24D3F"/>
    <a:srgbClr val="E1CCAD"/>
    <a:srgbClr val="F5F5DC"/>
    <a:srgbClr val="01418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885A197-381A-465D-A948-96F1A941B31A}" v="188" dt="2026-05-07T10:36:43.33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Keine Formatvorlage, kein Raster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6" autoAdjust="0"/>
    <p:restoredTop sz="94660"/>
  </p:normalViewPr>
  <p:slideViewPr>
    <p:cSldViewPr snapToGrid="0">
      <p:cViewPr varScale="1">
        <p:scale>
          <a:sx n="16" d="100"/>
          <a:sy n="16" d="100"/>
        </p:scale>
        <p:origin x="2154" y="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microsoft.com/office/2015/10/relationships/revisionInfo" Target="revisionInfo.xml"/><Relationship Id="rId3" Type="http://schemas.openxmlformats.org/officeDocument/2006/relationships/presProps" Target="presProps.xml"/><Relationship Id="rId7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Elja Meuter" userId="b1e1bb923a19bf75" providerId="LiveId" clId="{D71E6ABD-519B-41F0-9374-E926C1080144}"/>
    <pc:docChg chg="undo redo custSel modSld">
      <pc:chgData name="Elja Meuter" userId="b1e1bb923a19bf75" providerId="LiveId" clId="{D71E6ABD-519B-41F0-9374-E926C1080144}" dt="2026-05-07T10:37:45.945" v="1148" actId="1076"/>
      <pc:docMkLst>
        <pc:docMk/>
      </pc:docMkLst>
      <pc:sldChg chg="addSp delSp modSp mod setBg">
        <pc:chgData name="Elja Meuter" userId="b1e1bb923a19bf75" providerId="LiveId" clId="{D71E6ABD-519B-41F0-9374-E926C1080144}" dt="2026-05-07T10:37:45.945" v="1148" actId="1076"/>
        <pc:sldMkLst>
          <pc:docMk/>
          <pc:sldMk cId="1631260291" sldId="256"/>
        </pc:sldMkLst>
        <pc:spChg chg="del">
          <ac:chgData name="Elja Meuter" userId="b1e1bb923a19bf75" providerId="LiveId" clId="{D71E6ABD-519B-41F0-9374-E926C1080144}" dt="2026-05-07T08:36:11.333" v="0" actId="478"/>
          <ac:spMkLst>
            <pc:docMk/>
            <pc:sldMk cId="1631260291" sldId="256"/>
            <ac:spMk id="2" creationId="{46E5562E-2838-8C1B-C482-76CFC3F7F231}"/>
          </ac:spMkLst>
        </pc:spChg>
        <pc:spChg chg="del">
          <ac:chgData name="Elja Meuter" userId="b1e1bb923a19bf75" providerId="LiveId" clId="{D71E6ABD-519B-41F0-9374-E926C1080144}" dt="2026-05-07T08:36:12.300" v="1" actId="478"/>
          <ac:spMkLst>
            <pc:docMk/>
            <pc:sldMk cId="1631260291" sldId="256"/>
            <ac:spMk id="3" creationId="{3EA78610-5EB3-D74C-0BB8-E0CFBFB75998}"/>
          </ac:spMkLst>
        </pc:spChg>
        <pc:spChg chg="add del mod">
          <ac:chgData name="Elja Meuter" userId="b1e1bb923a19bf75" providerId="LiveId" clId="{D71E6ABD-519B-41F0-9374-E926C1080144}" dt="2026-05-07T08:51:25.627" v="14" actId="478"/>
          <ac:spMkLst>
            <pc:docMk/>
            <pc:sldMk cId="1631260291" sldId="256"/>
            <ac:spMk id="6" creationId="{528E4CDC-E575-A159-983C-24BAAA0860AE}"/>
          </ac:spMkLst>
        </pc:spChg>
        <pc:spChg chg="add del mod">
          <ac:chgData name="Elja Meuter" userId="b1e1bb923a19bf75" providerId="LiveId" clId="{D71E6ABD-519B-41F0-9374-E926C1080144}" dt="2026-05-07T09:02:35.815" v="128" actId="478"/>
          <ac:spMkLst>
            <pc:docMk/>
            <pc:sldMk cId="1631260291" sldId="256"/>
            <ac:spMk id="7" creationId="{63B3C917-642B-631A-15A5-5A6780631176}"/>
          </ac:spMkLst>
        </pc:spChg>
        <pc:spChg chg="add del mod">
          <ac:chgData name="Elja Meuter" userId="b1e1bb923a19bf75" providerId="LiveId" clId="{D71E6ABD-519B-41F0-9374-E926C1080144}" dt="2026-05-07T09:03:38.579" v="145" actId="478"/>
          <ac:spMkLst>
            <pc:docMk/>
            <pc:sldMk cId="1631260291" sldId="256"/>
            <ac:spMk id="8" creationId="{3B303F24-2650-B904-D325-9BA9CF028BF7}"/>
          </ac:spMkLst>
        </pc:spChg>
        <pc:spChg chg="add del mod">
          <ac:chgData name="Elja Meuter" userId="b1e1bb923a19bf75" providerId="LiveId" clId="{D71E6ABD-519B-41F0-9374-E926C1080144}" dt="2026-05-07T09:16:23.382" v="346" actId="478"/>
          <ac:spMkLst>
            <pc:docMk/>
            <pc:sldMk cId="1631260291" sldId="256"/>
            <ac:spMk id="9" creationId="{56058779-05A6-2ABD-AD3B-C121B91971CE}"/>
          </ac:spMkLst>
        </pc:spChg>
        <pc:spChg chg="add del mod">
          <ac:chgData name="Elja Meuter" userId="b1e1bb923a19bf75" providerId="LiveId" clId="{D71E6ABD-519B-41F0-9374-E926C1080144}" dt="2026-05-07T09:16:13.275" v="336" actId="478"/>
          <ac:spMkLst>
            <pc:docMk/>
            <pc:sldMk cId="1631260291" sldId="256"/>
            <ac:spMk id="10" creationId="{7A5187BE-9EFF-5951-3F4E-51F0DEAE75F0}"/>
          </ac:spMkLst>
        </pc:spChg>
        <pc:spChg chg="add del mod">
          <ac:chgData name="Elja Meuter" userId="b1e1bb923a19bf75" providerId="LiveId" clId="{D71E6ABD-519B-41F0-9374-E926C1080144}" dt="2026-05-07T09:05:40.130" v="274" actId="478"/>
          <ac:spMkLst>
            <pc:docMk/>
            <pc:sldMk cId="1631260291" sldId="256"/>
            <ac:spMk id="11" creationId="{8FB612DE-F6B6-6C02-3D2C-4DB379CF8060}"/>
          </ac:spMkLst>
        </pc:spChg>
        <pc:spChg chg="add del mod">
          <ac:chgData name="Elja Meuter" userId="b1e1bb923a19bf75" providerId="LiveId" clId="{D71E6ABD-519B-41F0-9374-E926C1080144}" dt="2026-05-07T09:05:09.012" v="264" actId="478"/>
          <ac:spMkLst>
            <pc:docMk/>
            <pc:sldMk cId="1631260291" sldId="256"/>
            <ac:spMk id="12" creationId="{2F78E24F-3E6C-FC22-1210-BC14CF541910}"/>
          </ac:spMkLst>
        </pc:spChg>
        <pc:spChg chg="add del mod">
          <ac:chgData name="Elja Meuter" userId="b1e1bb923a19bf75" providerId="LiveId" clId="{D71E6ABD-519B-41F0-9374-E926C1080144}" dt="2026-05-07T09:05:08.354" v="263" actId="478"/>
          <ac:spMkLst>
            <pc:docMk/>
            <pc:sldMk cId="1631260291" sldId="256"/>
            <ac:spMk id="13" creationId="{CC82503C-B980-31BF-98FB-0741203507D7}"/>
          </ac:spMkLst>
        </pc:spChg>
        <pc:spChg chg="add del mod">
          <ac:chgData name="Elja Meuter" userId="b1e1bb923a19bf75" providerId="LiveId" clId="{D71E6ABD-519B-41F0-9374-E926C1080144}" dt="2026-05-07T09:05:17.224" v="266" actId="478"/>
          <ac:spMkLst>
            <pc:docMk/>
            <pc:sldMk cId="1631260291" sldId="256"/>
            <ac:spMk id="14" creationId="{61EDEC39-4BBF-E6EF-C3E0-C7198745C896}"/>
          </ac:spMkLst>
        </pc:spChg>
        <pc:spChg chg="add del mod">
          <ac:chgData name="Elja Meuter" userId="b1e1bb923a19bf75" providerId="LiveId" clId="{D71E6ABD-519B-41F0-9374-E926C1080144}" dt="2026-05-07T09:05:33.444" v="271" actId="478"/>
          <ac:spMkLst>
            <pc:docMk/>
            <pc:sldMk cId="1631260291" sldId="256"/>
            <ac:spMk id="15" creationId="{095F54D1-AD4B-A788-2F6F-FCB750C80B5C}"/>
          </ac:spMkLst>
        </pc:spChg>
        <pc:spChg chg="add del mod">
          <ac:chgData name="Elja Meuter" userId="b1e1bb923a19bf75" providerId="LiveId" clId="{D71E6ABD-519B-41F0-9374-E926C1080144}" dt="2026-05-07T09:16:13.910" v="337" actId="478"/>
          <ac:spMkLst>
            <pc:docMk/>
            <pc:sldMk cId="1631260291" sldId="256"/>
            <ac:spMk id="16" creationId="{0BDF5A91-35A3-3A21-6E6C-207793FAED7F}"/>
          </ac:spMkLst>
        </pc:spChg>
        <pc:spChg chg="add del mod">
          <ac:chgData name="Elja Meuter" userId="b1e1bb923a19bf75" providerId="LiveId" clId="{D71E6ABD-519B-41F0-9374-E926C1080144}" dt="2026-05-07T09:06:00.064" v="280" actId="478"/>
          <ac:spMkLst>
            <pc:docMk/>
            <pc:sldMk cId="1631260291" sldId="256"/>
            <ac:spMk id="17" creationId="{AD1D85F2-B2DA-0202-C1D5-46D21CDA759D}"/>
          </ac:spMkLst>
        </pc:spChg>
        <pc:spChg chg="add del mod">
          <ac:chgData name="Elja Meuter" userId="b1e1bb923a19bf75" providerId="LiveId" clId="{D71E6ABD-519B-41F0-9374-E926C1080144}" dt="2026-05-07T09:05:56.094" v="279" actId="478"/>
          <ac:spMkLst>
            <pc:docMk/>
            <pc:sldMk cId="1631260291" sldId="256"/>
            <ac:spMk id="18" creationId="{EC998D3C-1436-E5A9-6515-0274B9EFF8EA}"/>
          </ac:spMkLst>
        </pc:spChg>
        <pc:spChg chg="add del mod">
          <ac:chgData name="Elja Meuter" userId="b1e1bb923a19bf75" providerId="LiveId" clId="{D71E6ABD-519B-41F0-9374-E926C1080144}" dt="2026-05-07T09:16:14.903" v="338" actId="478"/>
          <ac:spMkLst>
            <pc:docMk/>
            <pc:sldMk cId="1631260291" sldId="256"/>
            <ac:spMk id="19" creationId="{E501B596-0483-0DAC-A7C8-CF49A7C42719}"/>
          </ac:spMkLst>
        </pc:spChg>
        <pc:spChg chg="add del mod">
          <ac:chgData name="Elja Meuter" userId="b1e1bb923a19bf75" providerId="LiveId" clId="{D71E6ABD-519B-41F0-9374-E926C1080144}" dt="2026-05-07T09:10:10.720" v="297" actId="478"/>
          <ac:spMkLst>
            <pc:docMk/>
            <pc:sldMk cId="1631260291" sldId="256"/>
            <ac:spMk id="20" creationId="{76EA7DC7-CA45-1B67-E490-1BA2C3875A5C}"/>
          </ac:spMkLst>
        </pc:spChg>
        <pc:spChg chg="add del mod">
          <ac:chgData name="Elja Meuter" userId="b1e1bb923a19bf75" providerId="LiveId" clId="{D71E6ABD-519B-41F0-9374-E926C1080144}" dt="2026-05-07T09:16:15.390" v="339" actId="478"/>
          <ac:spMkLst>
            <pc:docMk/>
            <pc:sldMk cId="1631260291" sldId="256"/>
            <ac:spMk id="21" creationId="{0A522345-DF64-6D0D-375A-DFB1FB150DFF}"/>
          </ac:spMkLst>
        </pc:spChg>
        <pc:spChg chg="add del mod">
          <ac:chgData name="Elja Meuter" userId="b1e1bb923a19bf75" providerId="LiveId" clId="{D71E6ABD-519B-41F0-9374-E926C1080144}" dt="2026-05-07T09:10:09.598" v="296" actId="478"/>
          <ac:spMkLst>
            <pc:docMk/>
            <pc:sldMk cId="1631260291" sldId="256"/>
            <ac:spMk id="22" creationId="{F8F838B8-E3B9-05F2-11B8-C74192335E71}"/>
          </ac:spMkLst>
        </pc:spChg>
        <pc:spChg chg="add del mod">
          <ac:chgData name="Elja Meuter" userId="b1e1bb923a19bf75" providerId="LiveId" clId="{D71E6ABD-519B-41F0-9374-E926C1080144}" dt="2026-05-07T09:10:08.161" v="295" actId="478"/>
          <ac:spMkLst>
            <pc:docMk/>
            <pc:sldMk cId="1631260291" sldId="256"/>
            <ac:spMk id="23" creationId="{AD4AB98C-3605-7E86-4739-C90F41FC8200}"/>
          </ac:spMkLst>
        </pc:spChg>
        <pc:spChg chg="add del mod">
          <ac:chgData name="Elja Meuter" userId="b1e1bb923a19bf75" providerId="LiveId" clId="{D71E6ABD-519B-41F0-9374-E926C1080144}" dt="2026-05-07T09:10:08.161" v="295" actId="478"/>
          <ac:spMkLst>
            <pc:docMk/>
            <pc:sldMk cId="1631260291" sldId="256"/>
            <ac:spMk id="24" creationId="{D6D76861-4236-3FE5-5554-01B6C6552456}"/>
          </ac:spMkLst>
        </pc:spChg>
        <pc:spChg chg="add del mod">
          <ac:chgData name="Elja Meuter" userId="b1e1bb923a19bf75" providerId="LiveId" clId="{D71E6ABD-519B-41F0-9374-E926C1080144}" dt="2026-05-07T09:16:17.107" v="340" actId="478"/>
          <ac:spMkLst>
            <pc:docMk/>
            <pc:sldMk cId="1631260291" sldId="256"/>
            <ac:spMk id="25" creationId="{6B7BBB0D-F623-A7C2-4338-1B634BB6B565}"/>
          </ac:spMkLst>
        </pc:spChg>
        <pc:spChg chg="add del mod">
          <ac:chgData name="Elja Meuter" userId="b1e1bb923a19bf75" providerId="LiveId" clId="{D71E6ABD-519B-41F0-9374-E926C1080144}" dt="2026-05-07T09:16:17.789" v="341" actId="478"/>
          <ac:spMkLst>
            <pc:docMk/>
            <pc:sldMk cId="1631260291" sldId="256"/>
            <ac:spMk id="26" creationId="{45116B08-E08D-74B5-D2D1-ADBA78BD73B1}"/>
          </ac:spMkLst>
        </pc:spChg>
        <pc:spChg chg="add del mod">
          <ac:chgData name="Elja Meuter" userId="b1e1bb923a19bf75" providerId="LiveId" clId="{D71E6ABD-519B-41F0-9374-E926C1080144}" dt="2026-05-07T09:18:43.804" v="349" actId="478"/>
          <ac:spMkLst>
            <pc:docMk/>
            <pc:sldMk cId="1631260291" sldId="256"/>
            <ac:spMk id="27" creationId="{5A55AE5E-A045-D19D-70A7-1F1D999E3762}"/>
          </ac:spMkLst>
        </pc:spChg>
        <pc:spChg chg="add mod">
          <ac:chgData name="Elja Meuter" userId="b1e1bb923a19bf75" providerId="LiveId" clId="{D71E6ABD-519B-41F0-9374-E926C1080144}" dt="2026-05-07T09:11:19.105" v="304" actId="571"/>
          <ac:spMkLst>
            <pc:docMk/>
            <pc:sldMk cId="1631260291" sldId="256"/>
            <ac:spMk id="28" creationId="{0C0AD2E1-17B1-28EB-6BEB-C23E329355B0}"/>
          </ac:spMkLst>
        </pc:spChg>
        <pc:spChg chg="add mod">
          <ac:chgData name="Elja Meuter" userId="b1e1bb923a19bf75" providerId="LiveId" clId="{D71E6ABD-519B-41F0-9374-E926C1080144}" dt="2026-05-07T09:11:19.105" v="304" actId="571"/>
          <ac:spMkLst>
            <pc:docMk/>
            <pc:sldMk cId="1631260291" sldId="256"/>
            <ac:spMk id="29" creationId="{DB9FA672-7F2E-1C3B-530C-02D2EC46FFF7}"/>
          </ac:spMkLst>
        </pc:spChg>
        <pc:spChg chg="add mod">
          <ac:chgData name="Elja Meuter" userId="b1e1bb923a19bf75" providerId="LiveId" clId="{D71E6ABD-519B-41F0-9374-E926C1080144}" dt="2026-05-07T09:11:19.105" v="304" actId="571"/>
          <ac:spMkLst>
            <pc:docMk/>
            <pc:sldMk cId="1631260291" sldId="256"/>
            <ac:spMk id="30" creationId="{2A6C3993-41B0-4007-5CB6-FCFE40B2F553}"/>
          </ac:spMkLst>
        </pc:spChg>
        <pc:spChg chg="add mod">
          <ac:chgData name="Elja Meuter" userId="b1e1bb923a19bf75" providerId="LiveId" clId="{D71E6ABD-519B-41F0-9374-E926C1080144}" dt="2026-05-07T09:11:19.105" v="304" actId="571"/>
          <ac:spMkLst>
            <pc:docMk/>
            <pc:sldMk cId="1631260291" sldId="256"/>
            <ac:spMk id="31" creationId="{AD04B0B1-C722-3AFA-E6B5-5BC1CDCE1AA0}"/>
          </ac:spMkLst>
        </pc:spChg>
        <pc:spChg chg="add mod">
          <ac:chgData name="Elja Meuter" userId="b1e1bb923a19bf75" providerId="LiveId" clId="{D71E6ABD-519B-41F0-9374-E926C1080144}" dt="2026-05-07T09:11:19.105" v="304" actId="571"/>
          <ac:spMkLst>
            <pc:docMk/>
            <pc:sldMk cId="1631260291" sldId="256"/>
            <ac:spMk id="32" creationId="{EFB0059F-ADCB-2DEE-1488-D140F191728C}"/>
          </ac:spMkLst>
        </pc:spChg>
        <pc:spChg chg="add mod">
          <ac:chgData name="Elja Meuter" userId="b1e1bb923a19bf75" providerId="LiveId" clId="{D71E6ABD-519B-41F0-9374-E926C1080144}" dt="2026-05-07T09:11:19.105" v="304" actId="571"/>
          <ac:spMkLst>
            <pc:docMk/>
            <pc:sldMk cId="1631260291" sldId="256"/>
            <ac:spMk id="33" creationId="{C65251D8-F636-5CAA-A32F-CD53031B95FA}"/>
          </ac:spMkLst>
        </pc:spChg>
        <pc:spChg chg="add del mod">
          <ac:chgData name="Elja Meuter" userId="b1e1bb923a19bf75" providerId="LiveId" clId="{D71E6ABD-519B-41F0-9374-E926C1080144}" dt="2026-05-07T09:16:22.637" v="345" actId="478"/>
          <ac:spMkLst>
            <pc:docMk/>
            <pc:sldMk cId="1631260291" sldId="256"/>
            <ac:spMk id="37" creationId="{BF7B7061-5290-2416-071E-80FE6820F6D9}"/>
          </ac:spMkLst>
        </pc:spChg>
        <pc:spChg chg="add mod ord">
          <ac:chgData name="Elja Meuter" userId="b1e1bb923a19bf75" providerId="LiveId" clId="{D71E6ABD-519B-41F0-9374-E926C1080144}" dt="2026-05-07T09:44:24.408" v="385" actId="1076"/>
          <ac:spMkLst>
            <pc:docMk/>
            <pc:sldMk cId="1631260291" sldId="256"/>
            <ac:spMk id="38" creationId="{B039DC59-8B27-C6AE-F950-07622A303ABE}"/>
          </ac:spMkLst>
        </pc:spChg>
        <pc:spChg chg="add mod ord">
          <ac:chgData name="Elja Meuter" userId="b1e1bb923a19bf75" providerId="LiveId" clId="{D71E6ABD-519B-41F0-9374-E926C1080144}" dt="2026-05-07T09:52:37.171" v="500" actId="208"/>
          <ac:spMkLst>
            <pc:docMk/>
            <pc:sldMk cId="1631260291" sldId="256"/>
            <ac:spMk id="39" creationId="{6078CAB3-5FA3-247D-A3F8-4A33EFC8D7C5}"/>
          </ac:spMkLst>
        </pc:spChg>
        <pc:spChg chg="add mod">
          <ac:chgData name="Elja Meuter" userId="b1e1bb923a19bf75" providerId="LiveId" clId="{D71E6ABD-519B-41F0-9374-E926C1080144}" dt="2026-05-07T09:44:35.020" v="387" actId="14100"/>
          <ac:spMkLst>
            <pc:docMk/>
            <pc:sldMk cId="1631260291" sldId="256"/>
            <ac:spMk id="40" creationId="{F27323A8-4E37-7C83-308C-B4A73170034C}"/>
          </ac:spMkLst>
        </pc:spChg>
        <pc:spChg chg="add mod">
          <ac:chgData name="Elja Meuter" userId="b1e1bb923a19bf75" providerId="LiveId" clId="{D71E6ABD-519B-41F0-9374-E926C1080144}" dt="2026-05-07T10:28:22.865" v="955" actId="14100"/>
          <ac:spMkLst>
            <pc:docMk/>
            <pc:sldMk cId="1631260291" sldId="256"/>
            <ac:spMk id="41" creationId="{EBBD04DC-465B-1446-6DB1-EE54CD34F1F0}"/>
          </ac:spMkLst>
        </pc:spChg>
        <pc:spChg chg="add del mod">
          <ac:chgData name="Elja Meuter" userId="b1e1bb923a19bf75" providerId="LiveId" clId="{D71E6ABD-519B-41F0-9374-E926C1080144}" dt="2026-05-07T09:48:42.437" v="423" actId="478"/>
          <ac:spMkLst>
            <pc:docMk/>
            <pc:sldMk cId="1631260291" sldId="256"/>
            <ac:spMk id="42" creationId="{0577801B-6692-73F1-EDCB-2717A84203E4}"/>
          </ac:spMkLst>
        </pc:spChg>
        <pc:spChg chg="add mod">
          <ac:chgData name="Elja Meuter" userId="b1e1bb923a19bf75" providerId="LiveId" clId="{D71E6ABD-519B-41F0-9374-E926C1080144}" dt="2026-05-07T09:51:12.907" v="492" actId="14100"/>
          <ac:spMkLst>
            <pc:docMk/>
            <pc:sldMk cId="1631260291" sldId="256"/>
            <ac:spMk id="43" creationId="{03457626-FDEA-D7AF-4DE0-5E7B18C81CB1}"/>
          </ac:spMkLst>
        </pc:spChg>
        <pc:spChg chg="add mod">
          <ac:chgData name="Elja Meuter" userId="b1e1bb923a19bf75" providerId="LiveId" clId="{D71E6ABD-519B-41F0-9374-E926C1080144}" dt="2026-05-07T09:51:58.318" v="499" actId="1076"/>
          <ac:spMkLst>
            <pc:docMk/>
            <pc:sldMk cId="1631260291" sldId="256"/>
            <ac:spMk id="45" creationId="{694D2F0C-11F7-33A7-CDD9-1BBD334156B6}"/>
          </ac:spMkLst>
        </pc:spChg>
        <pc:spChg chg="add del">
          <ac:chgData name="Elja Meuter" userId="b1e1bb923a19bf75" providerId="LiveId" clId="{D71E6ABD-519B-41F0-9374-E926C1080144}" dt="2026-05-07T09:52:55.468" v="502" actId="478"/>
          <ac:spMkLst>
            <pc:docMk/>
            <pc:sldMk cId="1631260291" sldId="256"/>
            <ac:spMk id="46" creationId="{3376E0A0-4787-EF91-3389-B3F344956ABD}"/>
          </ac:spMkLst>
        </pc:spChg>
        <pc:spChg chg="add mod">
          <ac:chgData name="Elja Meuter" userId="b1e1bb923a19bf75" providerId="LiveId" clId="{D71E6ABD-519B-41F0-9374-E926C1080144}" dt="2026-05-07T10:12:28.548" v="825" actId="207"/>
          <ac:spMkLst>
            <pc:docMk/>
            <pc:sldMk cId="1631260291" sldId="256"/>
            <ac:spMk id="47" creationId="{5C947FBF-1ECA-BFC4-9160-8E6DDA7EBFF4}"/>
          </ac:spMkLst>
        </pc:spChg>
        <pc:spChg chg="add mod">
          <ac:chgData name="Elja Meuter" userId="b1e1bb923a19bf75" providerId="LiveId" clId="{D71E6ABD-519B-41F0-9374-E926C1080144}" dt="2026-05-07T10:01:30.809" v="675" actId="21"/>
          <ac:spMkLst>
            <pc:docMk/>
            <pc:sldMk cId="1631260291" sldId="256"/>
            <ac:spMk id="49" creationId="{88C5AEBA-A112-FD1B-09E6-C2287DC238E3}"/>
          </ac:spMkLst>
        </pc:spChg>
        <pc:spChg chg="add del mod">
          <ac:chgData name="Elja Meuter" userId="b1e1bb923a19bf75" providerId="LiveId" clId="{D71E6ABD-519B-41F0-9374-E926C1080144}" dt="2026-05-07T10:00:25.209" v="659" actId="478"/>
          <ac:spMkLst>
            <pc:docMk/>
            <pc:sldMk cId="1631260291" sldId="256"/>
            <ac:spMk id="50" creationId="{B855CB36-98B4-4AF9-930C-8B7EF19C7230}"/>
          </ac:spMkLst>
        </pc:spChg>
        <pc:spChg chg="add mod">
          <ac:chgData name="Elja Meuter" userId="b1e1bb923a19bf75" providerId="LiveId" clId="{D71E6ABD-519B-41F0-9374-E926C1080144}" dt="2026-05-07T10:03:51.413" v="757" actId="1076"/>
          <ac:spMkLst>
            <pc:docMk/>
            <pc:sldMk cId="1631260291" sldId="256"/>
            <ac:spMk id="51" creationId="{2B0218E8-BF5D-8A0F-E683-278157EA5EF5}"/>
          </ac:spMkLst>
        </pc:spChg>
        <pc:spChg chg="add mod">
          <ac:chgData name="Elja Meuter" userId="b1e1bb923a19bf75" providerId="LiveId" clId="{D71E6ABD-519B-41F0-9374-E926C1080144}" dt="2026-05-07T10:03:14.049" v="748" actId="20577"/>
          <ac:spMkLst>
            <pc:docMk/>
            <pc:sldMk cId="1631260291" sldId="256"/>
            <ac:spMk id="53" creationId="{47361790-65B1-EF35-D6E0-B992131E361D}"/>
          </ac:spMkLst>
        </pc:spChg>
        <pc:spChg chg="add mod">
          <ac:chgData name="Elja Meuter" userId="b1e1bb923a19bf75" providerId="LiveId" clId="{D71E6ABD-519B-41F0-9374-E926C1080144}" dt="2026-05-07T10:03:18.519" v="749" actId="1076"/>
          <ac:spMkLst>
            <pc:docMk/>
            <pc:sldMk cId="1631260291" sldId="256"/>
            <ac:spMk id="54" creationId="{061FBA88-9B85-7C0A-8589-7CA0D4823493}"/>
          </ac:spMkLst>
        </pc:spChg>
        <pc:spChg chg="add mod">
          <ac:chgData name="Elja Meuter" userId="b1e1bb923a19bf75" providerId="LiveId" clId="{D71E6ABD-519B-41F0-9374-E926C1080144}" dt="2026-05-07T10:07:38.038" v="790" actId="1076"/>
          <ac:spMkLst>
            <pc:docMk/>
            <pc:sldMk cId="1631260291" sldId="256"/>
            <ac:spMk id="63" creationId="{2C912F5D-5391-F209-150B-ADAAFE16EC84}"/>
          </ac:spMkLst>
        </pc:spChg>
        <pc:spChg chg="add mod">
          <ac:chgData name="Elja Meuter" userId="b1e1bb923a19bf75" providerId="LiveId" clId="{D71E6ABD-519B-41F0-9374-E926C1080144}" dt="2026-05-07T10:08:07.134" v="797" actId="1076"/>
          <ac:spMkLst>
            <pc:docMk/>
            <pc:sldMk cId="1631260291" sldId="256"/>
            <ac:spMk id="65" creationId="{9BC3DF23-ABA9-3560-6B4F-4E58DF71A7C9}"/>
          </ac:spMkLst>
        </pc:spChg>
        <pc:spChg chg="add del">
          <ac:chgData name="Elja Meuter" userId="b1e1bb923a19bf75" providerId="LiveId" clId="{D71E6ABD-519B-41F0-9374-E926C1080144}" dt="2026-05-07T10:09:12.795" v="803" actId="22"/>
          <ac:spMkLst>
            <pc:docMk/>
            <pc:sldMk cId="1631260291" sldId="256"/>
            <ac:spMk id="67" creationId="{9EA017B1-BF3E-7C63-8A5A-24D27FE92977}"/>
          </ac:spMkLst>
        </pc:spChg>
        <pc:spChg chg="add del">
          <ac:chgData name="Elja Meuter" userId="b1e1bb923a19bf75" providerId="LiveId" clId="{D71E6ABD-519B-41F0-9374-E926C1080144}" dt="2026-05-07T10:09:15.695" v="807" actId="22"/>
          <ac:spMkLst>
            <pc:docMk/>
            <pc:sldMk cId="1631260291" sldId="256"/>
            <ac:spMk id="69" creationId="{CDC73B51-FF25-FDA5-6D6A-F59FAB08F368}"/>
          </ac:spMkLst>
        </pc:spChg>
        <pc:spChg chg="add mod">
          <ac:chgData name="Elja Meuter" userId="b1e1bb923a19bf75" providerId="LiveId" clId="{D71E6ABD-519B-41F0-9374-E926C1080144}" dt="2026-05-07T10:09:40.989" v="819" actId="20577"/>
          <ac:spMkLst>
            <pc:docMk/>
            <pc:sldMk cId="1631260291" sldId="256"/>
            <ac:spMk id="71" creationId="{36193B9C-EF72-39A1-224E-313C6ADCB025}"/>
          </ac:spMkLst>
        </pc:spChg>
        <pc:spChg chg="add mod">
          <ac:chgData name="Elja Meuter" userId="b1e1bb923a19bf75" providerId="LiveId" clId="{D71E6ABD-519B-41F0-9374-E926C1080144}" dt="2026-05-07T10:14:38.351" v="873" actId="20577"/>
          <ac:spMkLst>
            <pc:docMk/>
            <pc:sldMk cId="1631260291" sldId="256"/>
            <ac:spMk id="72" creationId="{ACF80A8F-DEC9-6010-BB3D-BD6774C81B3E}"/>
          </ac:spMkLst>
        </pc:spChg>
        <pc:spChg chg="add del mod">
          <ac:chgData name="Elja Meuter" userId="b1e1bb923a19bf75" providerId="LiveId" clId="{D71E6ABD-519B-41F0-9374-E926C1080144}" dt="2026-05-07T10:23:04.805" v="922" actId="14100"/>
          <ac:spMkLst>
            <pc:docMk/>
            <pc:sldMk cId="1631260291" sldId="256"/>
            <ac:spMk id="81" creationId="{B443C48D-509F-9554-A716-3712A4A284E5}"/>
          </ac:spMkLst>
        </pc:spChg>
        <pc:spChg chg="add mod">
          <ac:chgData name="Elja Meuter" userId="b1e1bb923a19bf75" providerId="LiveId" clId="{D71E6ABD-519B-41F0-9374-E926C1080144}" dt="2026-05-07T10:37:45.945" v="1148" actId="1076"/>
          <ac:spMkLst>
            <pc:docMk/>
            <pc:sldMk cId="1631260291" sldId="256"/>
            <ac:spMk id="82" creationId="{EDBEE8A4-9524-7B70-8E91-5870476C097D}"/>
          </ac:spMkLst>
        </pc:spChg>
        <pc:spChg chg="add del mod">
          <ac:chgData name="Elja Meuter" userId="b1e1bb923a19bf75" providerId="LiveId" clId="{D71E6ABD-519B-41F0-9374-E926C1080144}" dt="2026-05-07T10:35:54.918" v="1136" actId="478"/>
          <ac:spMkLst>
            <pc:docMk/>
            <pc:sldMk cId="1631260291" sldId="256"/>
            <ac:spMk id="93" creationId="{C19A7772-3FC0-17FD-E747-EADF51FE4D74}"/>
          </ac:spMkLst>
        </pc:spChg>
        <pc:spChg chg="add del mod">
          <ac:chgData name="Elja Meuter" userId="b1e1bb923a19bf75" providerId="LiveId" clId="{D71E6ABD-519B-41F0-9374-E926C1080144}" dt="2026-05-07T10:34:03.911" v="1022" actId="478"/>
          <ac:spMkLst>
            <pc:docMk/>
            <pc:sldMk cId="1631260291" sldId="256"/>
            <ac:spMk id="94" creationId="{DD5DB8C8-1DD1-B759-1188-E96F01E950BF}"/>
          </ac:spMkLst>
        </pc:spChg>
        <pc:spChg chg="add del mod">
          <ac:chgData name="Elja Meuter" userId="b1e1bb923a19bf75" providerId="LiveId" clId="{D71E6ABD-519B-41F0-9374-E926C1080144}" dt="2026-05-07T10:33:59.427" v="1020" actId="478"/>
          <ac:spMkLst>
            <pc:docMk/>
            <pc:sldMk cId="1631260291" sldId="256"/>
            <ac:spMk id="95" creationId="{7C4F6FAC-366D-9CB8-F6F4-B15B4772F97C}"/>
          </ac:spMkLst>
        </pc:spChg>
        <pc:spChg chg="add del mod">
          <ac:chgData name="Elja Meuter" userId="b1e1bb923a19bf75" providerId="LiveId" clId="{D71E6ABD-519B-41F0-9374-E926C1080144}" dt="2026-05-07T10:32:48.265" v="1009" actId="478"/>
          <ac:spMkLst>
            <pc:docMk/>
            <pc:sldMk cId="1631260291" sldId="256"/>
            <ac:spMk id="97" creationId="{2D0E1E43-68B3-F91C-4E29-87D51BF84564}"/>
          </ac:spMkLst>
        </pc:spChg>
        <pc:spChg chg="add del mod">
          <ac:chgData name="Elja Meuter" userId="b1e1bb923a19bf75" providerId="LiveId" clId="{D71E6ABD-519B-41F0-9374-E926C1080144}" dt="2026-05-07T10:34:10.483" v="1025" actId="21"/>
          <ac:spMkLst>
            <pc:docMk/>
            <pc:sldMk cId="1631260291" sldId="256"/>
            <ac:spMk id="98" creationId="{359E7A30-A2FC-92B2-BD1D-73BF9B35D02D}"/>
          </ac:spMkLst>
        </pc:spChg>
        <pc:spChg chg="add del mod">
          <ac:chgData name="Elja Meuter" userId="b1e1bb923a19bf75" providerId="LiveId" clId="{D71E6ABD-519B-41F0-9374-E926C1080144}" dt="2026-05-07T10:34:14.094" v="1028" actId="478"/>
          <ac:spMkLst>
            <pc:docMk/>
            <pc:sldMk cId="1631260291" sldId="256"/>
            <ac:spMk id="99" creationId="{359E7A30-A2FC-92B2-BD1D-73BF9B35D02D}"/>
          </ac:spMkLst>
        </pc:spChg>
        <pc:spChg chg="add mod">
          <ac:chgData name="Elja Meuter" userId="b1e1bb923a19bf75" providerId="LiveId" clId="{D71E6ABD-519B-41F0-9374-E926C1080144}" dt="2026-05-07T10:34:16.053" v="1030"/>
          <ac:spMkLst>
            <pc:docMk/>
            <pc:sldMk cId="1631260291" sldId="256"/>
            <ac:spMk id="100" creationId="{0FD3BF07-E511-3D56-C988-43D9833F9047}"/>
          </ac:spMkLst>
        </pc:spChg>
        <pc:graphicFrameChg chg="add mod modGraphic">
          <ac:chgData name="Elja Meuter" userId="b1e1bb923a19bf75" providerId="LiveId" clId="{D71E6ABD-519B-41F0-9374-E926C1080144}" dt="2026-05-07T10:36:45.712" v="1146" actId="20577"/>
          <ac:graphicFrameMkLst>
            <pc:docMk/>
            <pc:sldMk cId="1631260291" sldId="256"/>
            <ac:graphicFrameMk id="101" creationId="{23617CF8-AE7A-F11F-E520-ACA04202B980}"/>
          </ac:graphicFrameMkLst>
        </pc:graphicFrameChg>
        <pc:picChg chg="add del mod">
          <ac:chgData name="Elja Meuter" userId="b1e1bb923a19bf75" providerId="LiveId" clId="{D71E6ABD-519B-41F0-9374-E926C1080144}" dt="2026-05-07T08:49:51.576" v="9" actId="478"/>
          <ac:picMkLst>
            <pc:docMk/>
            <pc:sldMk cId="1631260291" sldId="256"/>
            <ac:picMk id="5" creationId="{8319828D-5FA9-1DE4-1145-57619734B0B5}"/>
          </ac:picMkLst>
        </pc:picChg>
        <pc:picChg chg="add del mod">
          <ac:chgData name="Elja Meuter" userId="b1e1bb923a19bf75" providerId="LiveId" clId="{D71E6ABD-519B-41F0-9374-E926C1080144}" dt="2026-05-07T09:15:01.481" v="331" actId="478"/>
          <ac:picMkLst>
            <pc:docMk/>
            <pc:sldMk cId="1631260291" sldId="256"/>
            <ac:picMk id="35" creationId="{E98422AE-F68C-EED4-22F4-A9D31B607686}"/>
          </ac:picMkLst>
        </pc:picChg>
        <pc:picChg chg="add mod">
          <ac:chgData name="Elja Meuter" userId="b1e1bb923a19bf75" providerId="LiveId" clId="{D71E6ABD-519B-41F0-9374-E926C1080144}" dt="2026-05-07T10:08:09.092" v="798" actId="14100"/>
          <ac:picMkLst>
            <pc:docMk/>
            <pc:sldMk cId="1631260291" sldId="256"/>
            <ac:picMk id="56" creationId="{76AE9E88-558E-E553-2E62-6DBD4EA0FCE8}"/>
          </ac:picMkLst>
        </pc:picChg>
        <pc:picChg chg="add mod">
          <ac:chgData name="Elja Meuter" userId="b1e1bb923a19bf75" providerId="LiveId" clId="{D71E6ABD-519B-41F0-9374-E926C1080144}" dt="2026-05-07T10:08:14.854" v="800" actId="1076"/>
          <ac:picMkLst>
            <pc:docMk/>
            <pc:sldMk cId="1631260291" sldId="256"/>
            <ac:picMk id="57" creationId="{55C750EC-8611-1050-7724-8103C1983811}"/>
          </ac:picMkLst>
        </pc:picChg>
        <pc:picChg chg="add mod">
          <ac:chgData name="Elja Meuter" userId="b1e1bb923a19bf75" providerId="LiveId" clId="{D71E6ABD-519B-41F0-9374-E926C1080144}" dt="2026-05-07T10:08:17.687" v="801" actId="14100"/>
          <ac:picMkLst>
            <pc:docMk/>
            <pc:sldMk cId="1631260291" sldId="256"/>
            <ac:picMk id="58" creationId="{1D47253D-E385-7BEC-7E52-EC845CE86AC2}"/>
          </ac:picMkLst>
        </pc:picChg>
        <pc:picChg chg="add mod">
          <ac:chgData name="Elja Meuter" userId="b1e1bb923a19bf75" providerId="LiveId" clId="{D71E6ABD-519B-41F0-9374-E926C1080144}" dt="2026-05-07T10:05:31.885" v="777" actId="1076"/>
          <ac:picMkLst>
            <pc:docMk/>
            <pc:sldMk cId="1631260291" sldId="256"/>
            <ac:picMk id="60" creationId="{5150007C-28FD-51EE-56C4-EBBCCF8B9ABB}"/>
          </ac:picMkLst>
        </pc:picChg>
        <pc:picChg chg="add del mod">
          <ac:chgData name="Elja Meuter" userId="b1e1bb923a19bf75" providerId="LiveId" clId="{D71E6ABD-519B-41F0-9374-E926C1080144}" dt="2026-05-07T10:07:39.457" v="791" actId="478"/>
          <ac:picMkLst>
            <pc:docMk/>
            <pc:sldMk cId="1631260291" sldId="256"/>
            <ac:picMk id="62" creationId="{A33F03B0-96AB-4C6E-E8DD-27567F96A253}"/>
          </ac:picMkLst>
        </pc:picChg>
        <pc:picChg chg="add mod">
          <ac:chgData name="Elja Meuter" userId="b1e1bb923a19bf75" providerId="LiveId" clId="{D71E6ABD-519B-41F0-9374-E926C1080144}" dt="2026-05-07T10:07:41.719" v="792"/>
          <ac:picMkLst>
            <pc:docMk/>
            <pc:sldMk cId="1631260291" sldId="256"/>
            <ac:picMk id="64" creationId="{3AFB7544-330A-19DB-1954-E8C6A2D2488E}"/>
          </ac:picMkLst>
        </pc:picChg>
        <pc:picChg chg="add del mod">
          <ac:chgData name="Elja Meuter" userId="b1e1bb923a19bf75" providerId="LiveId" clId="{D71E6ABD-519B-41F0-9374-E926C1080144}" dt="2026-05-07T10:17:36.269" v="880" actId="478"/>
          <ac:picMkLst>
            <pc:docMk/>
            <pc:sldMk cId="1631260291" sldId="256"/>
            <ac:picMk id="74" creationId="{DD591278-FF65-152E-D799-729C1731324F}"/>
          </ac:picMkLst>
        </pc:picChg>
        <pc:picChg chg="add del mod">
          <ac:chgData name="Elja Meuter" userId="b1e1bb923a19bf75" providerId="LiveId" clId="{D71E6ABD-519B-41F0-9374-E926C1080144}" dt="2026-05-07T10:17:38.445" v="881" actId="478"/>
          <ac:picMkLst>
            <pc:docMk/>
            <pc:sldMk cId="1631260291" sldId="256"/>
            <ac:picMk id="76" creationId="{4887D88A-7E1D-14A8-95B5-1CBF15836131}"/>
          </ac:picMkLst>
        </pc:picChg>
        <pc:picChg chg="add mod">
          <ac:chgData name="Elja Meuter" userId="b1e1bb923a19bf75" providerId="LiveId" clId="{D71E6ABD-519B-41F0-9374-E926C1080144}" dt="2026-05-07T10:21:58.665" v="893" actId="1076"/>
          <ac:picMkLst>
            <pc:docMk/>
            <pc:sldMk cId="1631260291" sldId="256"/>
            <ac:picMk id="78" creationId="{AF9EC857-6227-96BD-313C-075378A6C686}"/>
          </ac:picMkLst>
        </pc:picChg>
        <pc:picChg chg="add mod">
          <ac:chgData name="Elja Meuter" userId="b1e1bb923a19bf75" providerId="LiveId" clId="{D71E6ABD-519B-41F0-9374-E926C1080144}" dt="2026-05-07T10:21:46.749" v="890" actId="1076"/>
          <ac:picMkLst>
            <pc:docMk/>
            <pc:sldMk cId="1631260291" sldId="256"/>
            <ac:picMk id="80" creationId="{0DB3880F-BF4C-8765-F6CB-814C186106FE}"/>
          </ac:picMkLst>
        </pc:picChg>
        <pc:picChg chg="add mod">
          <ac:chgData name="Elja Meuter" userId="b1e1bb923a19bf75" providerId="LiveId" clId="{D71E6ABD-519B-41F0-9374-E926C1080144}" dt="2026-05-07T10:31:36.335" v="995" actId="1076"/>
          <ac:picMkLst>
            <pc:docMk/>
            <pc:sldMk cId="1631260291" sldId="256"/>
            <ac:picMk id="84" creationId="{27D84D37-AC03-5422-C3CF-E6F5F99C1D04}"/>
          </ac:picMkLst>
        </pc:picChg>
        <pc:picChg chg="add mod">
          <ac:chgData name="Elja Meuter" userId="b1e1bb923a19bf75" providerId="LiveId" clId="{D71E6ABD-519B-41F0-9374-E926C1080144}" dt="2026-05-07T10:31:43.148" v="997" actId="1076"/>
          <ac:picMkLst>
            <pc:docMk/>
            <pc:sldMk cId="1631260291" sldId="256"/>
            <ac:picMk id="86" creationId="{4EEEF0B6-6628-1BAB-C502-0CFE824B2DD2}"/>
          </ac:picMkLst>
        </pc:picChg>
        <pc:picChg chg="add mod">
          <ac:chgData name="Elja Meuter" userId="b1e1bb923a19bf75" providerId="LiveId" clId="{D71E6ABD-519B-41F0-9374-E926C1080144}" dt="2026-05-07T10:36:32.342" v="1144" actId="1076"/>
          <ac:picMkLst>
            <pc:docMk/>
            <pc:sldMk cId="1631260291" sldId="256"/>
            <ac:picMk id="88" creationId="{66D3FBED-8A81-CB38-AA5E-C38706955960}"/>
          </ac:picMkLst>
        </pc:picChg>
        <pc:picChg chg="add mod">
          <ac:chgData name="Elja Meuter" userId="b1e1bb923a19bf75" providerId="LiveId" clId="{D71E6ABD-519B-41F0-9374-E926C1080144}" dt="2026-05-07T10:31:49.418" v="998" actId="1076"/>
          <ac:picMkLst>
            <pc:docMk/>
            <pc:sldMk cId="1631260291" sldId="256"/>
            <ac:picMk id="90" creationId="{4EAAEBAB-9CD3-05C1-8A7F-C5CB8DF9CAA3}"/>
          </ac:picMkLst>
        </pc:picChg>
        <pc:picChg chg="add del mod">
          <ac:chgData name="Elja Meuter" userId="b1e1bb923a19bf75" providerId="LiveId" clId="{D71E6ABD-519B-41F0-9374-E926C1080144}" dt="2026-05-07T10:29:40.754" v="970" actId="478"/>
          <ac:picMkLst>
            <pc:docMk/>
            <pc:sldMk cId="1631260291" sldId="256"/>
            <ac:picMk id="92" creationId="{65C9FBD3-3492-EDF5-4525-CB3A75388545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603772" y="4954765"/>
            <a:ext cx="18176081" cy="10540259"/>
          </a:xfrm>
        </p:spPr>
        <p:txBody>
          <a:bodyPr anchor="b"/>
          <a:lstStyle>
            <a:lvl1pPr algn="ctr">
              <a:defRPr sz="14031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72953" y="15901497"/>
            <a:ext cx="16037719" cy="7309499"/>
          </a:xfrm>
        </p:spPr>
        <p:txBody>
          <a:bodyPr/>
          <a:lstStyle>
            <a:lvl1pPr marL="0" indent="0" algn="ctr">
              <a:buNone/>
              <a:defRPr sz="5612"/>
            </a:lvl1pPr>
            <a:lvl2pPr marL="1069162" indent="0" algn="ctr">
              <a:buNone/>
              <a:defRPr sz="4677"/>
            </a:lvl2pPr>
            <a:lvl3pPr marL="2138324" indent="0" algn="ctr">
              <a:buNone/>
              <a:defRPr sz="4209"/>
            </a:lvl3pPr>
            <a:lvl4pPr marL="3207487" indent="0" algn="ctr">
              <a:buNone/>
              <a:defRPr sz="3742"/>
            </a:lvl4pPr>
            <a:lvl5pPr marL="4276649" indent="0" algn="ctr">
              <a:buNone/>
              <a:defRPr sz="3742"/>
            </a:lvl5pPr>
            <a:lvl6pPr marL="5345811" indent="0" algn="ctr">
              <a:buNone/>
              <a:defRPr sz="3742"/>
            </a:lvl6pPr>
            <a:lvl7pPr marL="6414973" indent="0" algn="ctr">
              <a:buNone/>
              <a:defRPr sz="3742"/>
            </a:lvl7pPr>
            <a:lvl8pPr marL="7484135" indent="0" algn="ctr">
              <a:buNone/>
              <a:defRPr sz="3742"/>
            </a:lvl8pPr>
            <a:lvl9pPr marL="8553298" indent="0" algn="ctr">
              <a:buNone/>
              <a:defRPr sz="3742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915611-89FC-422F-9E33-70C527C3BC07}" type="datetimeFigureOut">
              <a:rPr lang="en-US" smtClean="0"/>
              <a:t>5/7/2026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D496AA-A241-456D-9BED-07627A88E3ED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076603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915611-89FC-422F-9E33-70C527C3BC07}" type="datetimeFigureOut">
              <a:rPr lang="en-US" smtClean="0"/>
              <a:t>5/7/2026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D496AA-A241-456D-9BED-07627A88E3ED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2406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8988" y="7547788"/>
            <a:ext cx="18443377" cy="12593645"/>
          </a:xfrm>
        </p:spPr>
        <p:txBody>
          <a:bodyPr anchor="b"/>
          <a:lstStyle>
            <a:lvl1pPr>
              <a:defRPr sz="14031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8988" y="20260574"/>
            <a:ext cx="18443377" cy="6622701"/>
          </a:xfrm>
        </p:spPr>
        <p:txBody>
          <a:bodyPr/>
          <a:lstStyle>
            <a:lvl1pPr marL="0" indent="0">
              <a:buNone/>
              <a:defRPr sz="5612">
                <a:solidFill>
                  <a:schemeClr val="tx1">
                    <a:tint val="82000"/>
                  </a:schemeClr>
                </a:solidFill>
              </a:defRPr>
            </a:lvl1pPr>
            <a:lvl2pPr marL="1069162" indent="0">
              <a:buNone/>
              <a:defRPr sz="4677">
                <a:solidFill>
                  <a:schemeClr val="tx1">
                    <a:tint val="82000"/>
                  </a:schemeClr>
                </a:solidFill>
              </a:defRPr>
            </a:lvl2pPr>
            <a:lvl3pPr marL="2138324" indent="0">
              <a:buNone/>
              <a:defRPr sz="4209">
                <a:solidFill>
                  <a:schemeClr val="tx1">
                    <a:tint val="82000"/>
                  </a:schemeClr>
                </a:solidFill>
              </a:defRPr>
            </a:lvl3pPr>
            <a:lvl4pPr marL="3207487" indent="0">
              <a:buNone/>
              <a:defRPr sz="3742">
                <a:solidFill>
                  <a:schemeClr val="tx1">
                    <a:tint val="82000"/>
                  </a:schemeClr>
                </a:solidFill>
              </a:defRPr>
            </a:lvl4pPr>
            <a:lvl5pPr marL="4276649" indent="0">
              <a:buNone/>
              <a:defRPr sz="3742">
                <a:solidFill>
                  <a:schemeClr val="tx1">
                    <a:tint val="82000"/>
                  </a:schemeClr>
                </a:solidFill>
              </a:defRPr>
            </a:lvl5pPr>
            <a:lvl6pPr marL="5345811" indent="0">
              <a:buNone/>
              <a:defRPr sz="3742">
                <a:solidFill>
                  <a:schemeClr val="tx1">
                    <a:tint val="82000"/>
                  </a:schemeClr>
                </a:solidFill>
              </a:defRPr>
            </a:lvl6pPr>
            <a:lvl7pPr marL="6414973" indent="0">
              <a:buNone/>
              <a:defRPr sz="3742">
                <a:solidFill>
                  <a:schemeClr val="tx1">
                    <a:tint val="82000"/>
                  </a:schemeClr>
                </a:solidFill>
              </a:defRPr>
            </a:lvl7pPr>
            <a:lvl8pPr marL="7484135" indent="0">
              <a:buNone/>
              <a:defRPr sz="3742">
                <a:solidFill>
                  <a:schemeClr val="tx1">
                    <a:tint val="82000"/>
                  </a:schemeClr>
                </a:solidFill>
              </a:defRPr>
            </a:lvl8pPr>
            <a:lvl9pPr marL="8553298" indent="0">
              <a:buNone/>
              <a:defRPr sz="3742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915611-89FC-422F-9E33-70C527C3BC07}" type="datetimeFigureOut">
              <a:rPr lang="en-US" smtClean="0"/>
              <a:t>5/7/2026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D496AA-A241-456D-9BED-07627A88E3ED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38881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70124" y="8059374"/>
            <a:ext cx="9088041" cy="19209345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825460" y="8059374"/>
            <a:ext cx="9088041" cy="19209345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915611-89FC-422F-9E33-70C527C3BC07}" type="datetimeFigureOut">
              <a:rPr lang="en-US" smtClean="0"/>
              <a:t>5/7/2026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D496AA-A241-456D-9BED-07627A88E3ED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18427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72909" y="1611882"/>
            <a:ext cx="18443377" cy="5851808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72912" y="7421634"/>
            <a:ext cx="9046274" cy="3637228"/>
          </a:xfrm>
        </p:spPr>
        <p:txBody>
          <a:bodyPr anchor="b"/>
          <a:lstStyle>
            <a:lvl1pPr marL="0" indent="0">
              <a:buNone/>
              <a:defRPr sz="5612" b="1"/>
            </a:lvl1pPr>
            <a:lvl2pPr marL="1069162" indent="0">
              <a:buNone/>
              <a:defRPr sz="4677" b="1"/>
            </a:lvl2pPr>
            <a:lvl3pPr marL="2138324" indent="0">
              <a:buNone/>
              <a:defRPr sz="4209" b="1"/>
            </a:lvl3pPr>
            <a:lvl4pPr marL="3207487" indent="0">
              <a:buNone/>
              <a:defRPr sz="3742" b="1"/>
            </a:lvl4pPr>
            <a:lvl5pPr marL="4276649" indent="0">
              <a:buNone/>
              <a:defRPr sz="3742" b="1"/>
            </a:lvl5pPr>
            <a:lvl6pPr marL="5345811" indent="0">
              <a:buNone/>
              <a:defRPr sz="3742" b="1"/>
            </a:lvl6pPr>
            <a:lvl7pPr marL="6414973" indent="0">
              <a:buNone/>
              <a:defRPr sz="3742" b="1"/>
            </a:lvl7pPr>
            <a:lvl8pPr marL="7484135" indent="0">
              <a:buNone/>
              <a:defRPr sz="3742" b="1"/>
            </a:lvl8pPr>
            <a:lvl9pPr marL="8553298" indent="0">
              <a:buNone/>
              <a:defRPr sz="3742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72912" y="11058863"/>
            <a:ext cx="9046274" cy="16265921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0825461" y="7421634"/>
            <a:ext cx="9090826" cy="3637228"/>
          </a:xfrm>
        </p:spPr>
        <p:txBody>
          <a:bodyPr anchor="b"/>
          <a:lstStyle>
            <a:lvl1pPr marL="0" indent="0">
              <a:buNone/>
              <a:defRPr sz="5612" b="1"/>
            </a:lvl1pPr>
            <a:lvl2pPr marL="1069162" indent="0">
              <a:buNone/>
              <a:defRPr sz="4677" b="1"/>
            </a:lvl2pPr>
            <a:lvl3pPr marL="2138324" indent="0">
              <a:buNone/>
              <a:defRPr sz="4209" b="1"/>
            </a:lvl3pPr>
            <a:lvl4pPr marL="3207487" indent="0">
              <a:buNone/>
              <a:defRPr sz="3742" b="1"/>
            </a:lvl4pPr>
            <a:lvl5pPr marL="4276649" indent="0">
              <a:buNone/>
              <a:defRPr sz="3742" b="1"/>
            </a:lvl5pPr>
            <a:lvl6pPr marL="5345811" indent="0">
              <a:buNone/>
              <a:defRPr sz="3742" b="1"/>
            </a:lvl6pPr>
            <a:lvl7pPr marL="6414973" indent="0">
              <a:buNone/>
              <a:defRPr sz="3742" b="1"/>
            </a:lvl7pPr>
            <a:lvl8pPr marL="7484135" indent="0">
              <a:buNone/>
              <a:defRPr sz="3742" b="1"/>
            </a:lvl8pPr>
            <a:lvl9pPr marL="8553298" indent="0">
              <a:buNone/>
              <a:defRPr sz="3742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0825461" y="11058863"/>
            <a:ext cx="9090826" cy="16265921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915611-89FC-422F-9E33-70C527C3BC07}" type="datetimeFigureOut">
              <a:rPr lang="en-US" smtClean="0"/>
              <a:t>5/7/2026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D496AA-A241-456D-9BED-07627A88E3ED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74759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915611-89FC-422F-9E33-70C527C3BC07}" type="datetimeFigureOut">
              <a:rPr lang="en-US" smtClean="0"/>
              <a:t>5/7/2026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D496AA-A241-456D-9BED-07627A88E3ED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997437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915611-89FC-422F-9E33-70C527C3BC07}" type="datetimeFigureOut">
              <a:rPr lang="en-US" smtClean="0"/>
              <a:t>5/7/2026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D496AA-A241-456D-9BED-07627A88E3ED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811289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72909" y="2018348"/>
            <a:ext cx="6896776" cy="7064216"/>
          </a:xfrm>
        </p:spPr>
        <p:txBody>
          <a:bodyPr anchor="b"/>
          <a:lstStyle>
            <a:lvl1pPr>
              <a:defRPr sz="7483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090826" y="4359077"/>
            <a:ext cx="10825460" cy="21515024"/>
          </a:xfrm>
        </p:spPr>
        <p:txBody>
          <a:bodyPr/>
          <a:lstStyle>
            <a:lvl1pPr>
              <a:defRPr sz="7483"/>
            </a:lvl1pPr>
            <a:lvl2pPr>
              <a:defRPr sz="6548"/>
            </a:lvl2pPr>
            <a:lvl3pPr>
              <a:defRPr sz="5612"/>
            </a:lvl3pPr>
            <a:lvl4pPr>
              <a:defRPr sz="4677"/>
            </a:lvl4pPr>
            <a:lvl5pPr>
              <a:defRPr sz="4677"/>
            </a:lvl5pPr>
            <a:lvl6pPr>
              <a:defRPr sz="4677"/>
            </a:lvl6pPr>
            <a:lvl7pPr>
              <a:defRPr sz="4677"/>
            </a:lvl7pPr>
            <a:lvl8pPr>
              <a:defRPr sz="4677"/>
            </a:lvl8pPr>
            <a:lvl9pPr>
              <a:defRPr sz="4677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72909" y="9082564"/>
            <a:ext cx="6896776" cy="16826573"/>
          </a:xfrm>
        </p:spPr>
        <p:txBody>
          <a:bodyPr/>
          <a:lstStyle>
            <a:lvl1pPr marL="0" indent="0">
              <a:buNone/>
              <a:defRPr sz="3742"/>
            </a:lvl1pPr>
            <a:lvl2pPr marL="1069162" indent="0">
              <a:buNone/>
              <a:defRPr sz="3274"/>
            </a:lvl2pPr>
            <a:lvl3pPr marL="2138324" indent="0">
              <a:buNone/>
              <a:defRPr sz="2806"/>
            </a:lvl3pPr>
            <a:lvl4pPr marL="3207487" indent="0">
              <a:buNone/>
              <a:defRPr sz="2339"/>
            </a:lvl4pPr>
            <a:lvl5pPr marL="4276649" indent="0">
              <a:buNone/>
              <a:defRPr sz="2339"/>
            </a:lvl5pPr>
            <a:lvl6pPr marL="5345811" indent="0">
              <a:buNone/>
              <a:defRPr sz="2339"/>
            </a:lvl6pPr>
            <a:lvl7pPr marL="6414973" indent="0">
              <a:buNone/>
              <a:defRPr sz="2339"/>
            </a:lvl7pPr>
            <a:lvl8pPr marL="7484135" indent="0">
              <a:buNone/>
              <a:defRPr sz="2339"/>
            </a:lvl8pPr>
            <a:lvl9pPr marL="8553298" indent="0">
              <a:buNone/>
              <a:defRPr sz="2339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915611-89FC-422F-9E33-70C527C3BC07}" type="datetimeFigureOut">
              <a:rPr lang="en-US" smtClean="0"/>
              <a:t>5/7/2026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D496AA-A241-456D-9BED-07627A88E3ED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584094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72909" y="2018348"/>
            <a:ext cx="6896776" cy="7064216"/>
          </a:xfrm>
        </p:spPr>
        <p:txBody>
          <a:bodyPr anchor="b"/>
          <a:lstStyle>
            <a:lvl1pPr>
              <a:defRPr sz="7483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9090826" y="4359077"/>
            <a:ext cx="10825460" cy="21515024"/>
          </a:xfrm>
        </p:spPr>
        <p:txBody>
          <a:bodyPr anchor="t"/>
          <a:lstStyle>
            <a:lvl1pPr marL="0" indent="0">
              <a:buNone/>
              <a:defRPr sz="7483"/>
            </a:lvl1pPr>
            <a:lvl2pPr marL="1069162" indent="0">
              <a:buNone/>
              <a:defRPr sz="6548"/>
            </a:lvl2pPr>
            <a:lvl3pPr marL="2138324" indent="0">
              <a:buNone/>
              <a:defRPr sz="5612"/>
            </a:lvl3pPr>
            <a:lvl4pPr marL="3207487" indent="0">
              <a:buNone/>
              <a:defRPr sz="4677"/>
            </a:lvl4pPr>
            <a:lvl5pPr marL="4276649" indent="0">
              <a:buNone/>
              <a:defRPr sz="4677"/>
            </a:lvl5pPr>
            <a:lvl6pPr marL="5345811" indent="0">
              <a:buNone/>
              <a:defRPr sz="4677"/>
            </a:lvl6pPr>
            <a:lvl7pPr marL="6414973" indent="0">
              <a:buNone/>
              <a:defRPr sz="4677"/>
            </a:lvl7pPr>
            <a:lvl8pPr marL="7484135" indent="0">
              <a:buNone/>
              <a:defRPr sz="4677"/>
            </a:lvl8pPr>
            <a:lvl9pPr marL="8553298" indent="0">
              <a:buNone/>
              <a:defRPr sz="4677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72909" y="9082564"/>
            <a:ext cx="6896776" cy="16826573"/>
          </a:xfrm>
        </p:spPr>
        <p:txBody>
          <a:bodyPr/>
          <a:lstStyle>
            <a:lvl1pPr marL="0" indent="0">
              <a:buNone/>
              <a:defRPr sz="3742"/>
            </a:lvl1pPr>
            <a:lvl2pPr marL="1069162" indent="0">
              <a:buNone/>
              <a:defRPr sz="3274"/>
            </a:lvl2pPr>
            <a:lvl3pPr marL="2138324" indent="0">
              <a:buNone/>
              <a:defRPr sz="2806"/>
            </a:lvl3pPr>
            <a:lvl4pPr marL="3207487" indent="0">
              <a:buNone/>
              <a:defRPr sz="2339"/>
            </a:lvl4pPr>
            <a:lvl5pPr marL="4276649" indent="0">
              <a:buNone/>
              <a:defRPr sz="2339"/>
            </a:lvl5pPr>
            <a:lvl6pPr marL="5345811" indent="0">
              <a:buNone/>
              <a:defRPr sz="2339"/>
            </a:lvl6pPr>
            <a:lvl7pPr marL="6414973" indent="0">
              <a:buNone/>
              <a:defRPr sz="2339"/>
            </a:lvl7pPr>
            <a:lvl8pPr marL="7484135" indent="0">
              <a:buNone/>
              <a:defRPr sz="2339"/>
            </a:lvl8pPr>
            <a:lvl9pPr marL="8553298" indent="0">
              <a:buNone/>
              <a:defRPr sz="2339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915611-89FC-422F-9E33-70C527C3BC07}" type="datetimeFigureOut">
              <a:rPr lang="en-US" smtClean="0"/>
              <a:t>5/7/2026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D496AA-A241-456D-9BED-07627A88E3ED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755362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915611-89FC-422F-9E33-70C527C3BC07}" type="datetimeFigureOut">
              <a:rPr lang="en-US" smtClean="0"/>
              <a:t>5/7/2026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D496AA-A241-456D-9BED-07627A88E3ED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4201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5302658" y="1611875"/>
            <a:ext cx="4610844" cy="25656844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470125" y="1611875"/>
            <a:ext cx="13565237" cy="25656844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915611-89FC-422F-9E33-70C527C3BC07}" type="datetimeFigureOut">
              <a:rPr lang="en-US" smtClean="0"/>
              <a:t>5/7/2026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D496AA-A241-456D-9BED-07627A88E3ED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025364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70124" y="1611882"/>
            <a:ext cx="18443377" cy="585180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70124" y="8059374"/>
            <a:ext cx="18443377" cy="1920934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470124" y="28060644"/>
            <a:ext cx="4811316" cy="16118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806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1915611-89FC-422F-9E33-70C527C3BC07}" type="datetimeFigureOut">
              <a:rPr lang="en-US" smtClean="0"/>
              <a:t>5/7/2026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7083326" y="28060644"/>
            <a:ext cx="7216973" cy="16118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2806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5102185" y="28060644"/>
            <a:ext cx="4811316" cy="16118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806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DD496AA-A241-456D-9BED-07627A88E3ED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22468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2138324" rtl="0" eaLnBrk="1" latinLnBrk="0" hangingPunct="1">
        <a:lnSpc>
          <a:spcPct val="90000"/>
        </a:lnSpc>
        <a:spcBef>
          <a:spcPct val="0"/>
        </a:spcBef>
        <a:buNone/>
        <a:defRPr sz="10289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534581" indent="-534581" algn="l" defTabSz="2138324" rtl="0" eaLnBrk="1" latinLnBrk="0" hangingPunct="1">
        <a:lnSpc>
          <a:spcPct val="90000"/>
        </a:lnSpc>
        <a:spcBef>
          <a:spcPts val="2339"/>
        </a:spcBef>
        <a:buFont typeface="Arial" panose="020B0604020202020204" pitchFamily="34" charset="0"/>
        <a:buChar char="•"/>
        <a:defRPr sz="6548" kern="1200">
          <a:solidFill>
            <a:schemeClr val="tx1"/>
          </a:solidFill>
          <a:latin typeface="+mn-lt"/>
          <a:ea typeface="+mn-ea"/>
          <a:cs typeface="+mn-cs"/>
        </a:defRPr>
      </a:lvl1pPr>
      <a:lvl2pPr marL="1603743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5612" kern="1200">
          <a:solidFill>
            <a:schemeClr val="tx1"/>
          </a:solidFill>
          <a:latin typeface="+mn-lt"/>
          <a:ea typeface="+mn-ea"/>
          <a:cs typeface="+mn-cs"/>
        </a:defRPr>
      </a:lvl2pPr>
      <a:lvl3pPr marL="2672906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677" kern="1200">
          <a:solidFill>
            <a:schemeClr val="tx1"/>
          </a:solidFill>
          <a:latin typeface="+mn-lt"/>
          <a:ea typeface="+mn-ea"/>
          <a:cs typeface="+mn-cs"/>
        </a:defRPr>
      </a:lvl3pPr>
      <a:lvl4pPr marL="3742068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4pPr>
      <a:lvl5pPr marL="4811230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5pPr>
      <a:lvl6pPr marL="5880392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6pPr>
      <a:lvl7pPr marL="6949554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7pPr>
      <a:lvl8pPr marL="8018717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8pPr>
      <a:lvl9pPr marL="9087879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1pPr>
      <a:lvl2pPr marL="1069162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2pPr>
      <a:lvl3pPr marL="2138324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3pPr>
      <a:lvl4pPr marL="3207487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4pPr>
      <a:lvl5pPr marL="4276649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5pPr>
      <a:lvl6pPr marL="5345811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6pPr>
      <a:lvl7pPr marL="6414973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7pPr>
      <a:lvl8pPr marL="7484135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8pPr>
      <a:lvl9pPr marL="8553298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svg"/><Relationship Id="rId3" Type="http://schemas.openxmlformats.org/officeDocument/2006/relationships/image" Target="../media/image2.jpg"/><Relationship Id="rId7" Type="http://schemas.openxmlformats.org/officeDocument/2006/relationships/image" Target="../media/image6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svg"/><Relationship Id="rId5" Type="http://schemas.openxmlformats.org/officeDocument/2006/relationships/image" Target="../media/image4.svg"/><Relationship Id="rId4" Type="http://schemas.openxmlformats.org/officeDocument/2006/relationships/image" Target="../media/image3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EBE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Ellipse 39">
            <a:extLst>
              <a:ext uri="{FF2B5EF4-FFF2-40B4-BE49-F238E27FC236}">
                <a16:creationId xmlns:a16="http://schemas.microsoft.com/office/drawing/2014/main" id="{F27323A8-4E37-7C83-308C-B4A73170034C}"/>
              </a:ext>
            </a:extLst>
          </p:cNvPr>
          <p:cNvSpPr/>
          <p:nvPr/>
        </p:nvSpPr>
        <p:spPr>
          <a:xfrm rot="20002223">
            <a:off x="-3765161" y="10355549"/>
            <a:ext cx="19204405" cy="10591923"/>
          </a:xfrm>
          <a:prstGeom prst="ellipse">
            <a:avLst/>
          </a:prstGeom>
          <a:noFill/>
          <a:ln>
            <a:solidFill>
              <a:srgbClr val="3333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Ellipse 38">
            <a:extLst>
              <a:ext uri="{FF2B5EF4-FFF2-40B4-BE49-F238E27FC236}">
                <a16:creationId xmlns:a16="http://schemas.microsoft.com/office/drawing/2014/main" id="{6078CAB3-5FA3-247D-A3F8-4A33EFC8D7C5}"/>
              </a:ext>
            </a:extLst>
          </p:cNvPr>
          <p:cNvSpPr/>
          <p:nvPr/>
        </p:nvSpPr>
        <p:spPr>
          <a:xfrm>
            <a:off x="2773680" y="9757046"/>
            <a:ext cx="1800000" cy="1800000"/>
          </a:xfrm>
          <a:prstGeom prst="ellipse">
            <a:avLst/>
          </a:prstGeom>
          <a:solidFill>
            <a:srgbClr val="C24D3F"/>
          </a:solidFill>
          <a:ln>
            <a:solidFill>
              <a:srgbClr val="963C3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Ellipse 40">
            <a:extLst>
              <a:ext uri="{FF2B5EF4-FFF2-40B4-BE49-F238E27FC236}">
                <a16:creationId xmlns:a16="http://schemas.microsoft.com/office/drawing/2014/main" id="{EBBD04DC-465B-1446-6DB1-EE54CD34F1F0}"/>
              </a:ext>
            </a:extLst>
          </p:cNvPr>
          <p:cNvSpPr/>
          <p:nvPr/>
        </p:nvSpPr>
        <p:spPr>
          <a:xfrm rot="20002223">
            <a:off x="11564988" y="2885035"/>
            <a:ext cx="14831729" cy="10484294"/>
          </a:xfrm>
          <a:prstGeom prst="ellipse">
            <a:avLst/>
          </a:prstGeom>
          <a:noFill/>
          <a:ln>
            <a:solidFill>
              <a:srgbClr val="3333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Ellipse 37">
            <a:extLst>
              <a:ext uri="{FF2B5EF4-FFF2-40B4-BE49-F238E27FC236}">
                <a16:creationId xmlns:a16="http://schemas.microsoft.com/office/drawing/2014/main" id="{B039DC59-8B27-C6AE-F950-07622A303ABE}"/>
              </a:ext>
            </a:extLst>
          </p:cNvPr>
          <p:cNvSpPr/>
          <p:nvPr/>
        </p:nvSpPr>
        <p:spPr>
          <a:xfrm>
            <a:off x="17345643" y="11537606"/>
            <a:ext cx="3600000" cy="3600000"/>
          </a:xfrm>
          <a:prstGeom prst="ellipse">
            <a:avLst/>
          </a:prstGeom>
          <a:solidFill>
            <a:srgbClr val="C24D3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Textfeld 42">
            <a:extLst>
              <a:ext uri="{FF2B5EF4-FFF2-40B4-BE49-F238E27FC236}">
                <a16:creationId xmlns:a16="http://schemas.microsoft.com/office/drawing/2014/main" id="{03457626-FDEA-D7AF-4DE0-5E7B18C81CB1}"/>
              </a:ext>
            </a:extLst>
          </p:cNvPr>
          <p:cNvSpPr txBox="1"/>
          <p:nvPr/>
        </p:nvSpPr>
        <p:spPr>
          <a:xfrm>
            <a:off x="579121" y="518160"/>
            <a:ext cx="14935199" cy="2467048"/>
          </a:xfrm>
          <a:prstGeom prst="rect">
            <a:avLst/>
          </a:prstGeom>
          <a:noFill/>
        </p:spPr>
        <p:txBody>
          <a:bodyPr wrap="none" rtlCol="0">
            <a:prstTxWarp prst="textCascadeUp">
              <a:avLst>
                <a:gd name="adj" fmla="val 43406"/>
              </a:avLst>
            </a:prstTxWarp>
            <a:spAutoFit/>
          </a:bodyPr>
          <a:lstStyle/>
          <a:p>
            <a:r>
              <a:rPr lang="en-US" sz="41300" b="1" dirty="0">
                <a:solidFill>
                  <a:srgbClr val="333333"/>
                </a:solidFill>
                <a:latin typeface="Garamond" panose="02020404030301010803" pitchFamily="18" charset="0"/>
              </a:rPr>
              <a:t>Bias in the Sky</a:t>
            </a:r>
          </a:p>
        </p:txBody>
      </p:sp>
      <p:sp>
        <p:nvSpPr>
          <p:cNvPr id="45" name="Textfeld 44">
            <a:extLst>
              <a:ext uri="{FF2B5EF4-FFF2-40B4-BE49-F238E27FC236}">
                <a16:creationId xmlns:a16="http://schemas.microsoft.com/office/drawing/2014/main" id="{694D2F0C-11F7-33A7-CDD9-1BBD334156B6}"/>
              </a:ext>
            </a:extLst>
          </p:cNvPr>
          <p:cNvSpPr txBox="1"/>
          <p:nvPr/>
        </p:nvSpPr>
        <p:spPr>
          <a:xfrm>
            <a:off x="579121" y="2652053"/>
            <a:ext cx="15346680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6000" dirty="0">
                <a:solidFill>
                  <a:srgbClr val="333333"/>
                </a:solidFill>
                <a:latin typeface="Garamond" panose="02020404030301010803" pitchFamily="18" charset="0"/>
              </a:rPr>
              <a:t>Detection Limits in Binary Star Catalogues</a:t>
            </a:r>
          </a:p>
        </p:txBody>
      </p:sp>
      <p:sp>
        <p:nvSpPr>
          <p:cNvPr id="47" name="Textfeld 46">
            <a:extLst>
              <a:ext uri="{FF2B5EF4-FFF2-40B4-BE49-F238E27FC236}">
                <a16:creationId xmlns:a16="http://schemas.microsoft.com/office/drawing/2014/main" id="{5C947FBF-1ECA-BFC4-9160-8E6DDA7EBFF4}"/>
              </a:ext>
            </a:extLst>
          </p:cNvPr>
          <p:cNvSpPr txBox="1"/>
          <p:nvPr/>
        </p:nvSpPr>
        <p:spPr>
          <a:xfrm>
            <a:off x="603885" y="3667716"/>
            <a:ext cx="11879580" cy="489364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7200" dirty="0">
                <a:latin typeface="Garamond" panose="02020404030301010803" pitchFamily="18" charset="0"/>
              </a:rPr>
              <a:t>Introduction</a:t>
            </a:r>
            <a:endParaRPr lang="en-US" sz="4000" dirty="0">
              <a:latin typeface="Garamond" panose="02020404030301010803" pitchFamily="18" charset="0"/>
            </a:endParaRPr>
          </a:p>
          <a:p>
            <a:r>
              <a:rPr lang="en-US" sz="4000" dirty="0"/>
              <a:t>Lorem ipsum dolor sit </a:t>
            </a:r>
            <a:r>
              <a:rPr lang="en-US" sz="4000" dirty="0" err="1"/>
              <a:t>amet</a:t>
            </a:r>
            <a:r>
              <a:rPr lang="en-US" sz="4000" dirty="0"/>
              <a:t>, </a:t>
            </a:r>
            <a:r>
              <a:rPr lang="en-US" sz="4000" dirty="0" err="1"/>
              <a:t>consectetur</a:t>
            </a:r>
            <a:r>
              <a:rPr lang="en-US" sz="4000" dirty="0"/>
              <a:t> </a:t>
            </a:r>
            <a:r>
              <a:rPr lang="en-US" sz="4000" dirty="0" err="1"/>
              <a:t>adipiscing</a:t>
            </a:r>
            <a:r>
              <a:rPr lang="en-US" sz="4000" dirty="0"/>
              <a:t> </a:t>
            </a:r>
            <a:r>
              <a:rPr lang="en-US" sz="4000" dirty="0" err="1"/>
              <a:t>elit</a:t>
            </a:r>
            <a:r>
              <a:rPr lang="en-US" sz="4000" dirty="0"/>
              <a:t>. In </a:t>
            </a:r>
            <a:r>
              <a:rPr lang="en-US" sz="4000" dirty="0" err="1"/>
              <a:t>porttitor</a:t>
            </a:r>
            <a:r>
              <a:rPr lang="en-US" sz="4000" dirty="0"/>
              <a:t> </a:t>
            </a:r>
            <a:r>
              <a:rPr lang="en-US" sz="4000" dirty="0" err="1"/>
              <a:t>leo</a:t>
            </a:r>
            <a:r>
              <a:rPr lang="en-US" sz="4000" dirty="0"/>
              <a:t> ac tempus dictum. Donec a libero </a:t>
            </a:r>
            <a:r>
              <a:rPr lang="en-US" sz="4000" dirty="0" err="1"/>
              <a:t>malesuada</a:t>
            </a:r>
            <a:r>
              <a:rPr lang="en-US" sz="4000" dirty="0"/>
              <a:t>, </a:t>
            </a:r>
            <a:r>
              <a:rPr lang="en-US" sz="4000" dirty="0" err="1"/>
              <a:t>vulputate</a:t>
            </a:r>
            <a:r>
              <a:rPr lang="en-US" sz="4000" dirty="0"/>
              <a:t> dui </a:t>
            </a:r>
            <a:r>
              <a:rPr lang="en-US" sz="4000" dirty="0" err="1"/>
              <a:t>mattis</a:t>
            </a:r>
            <a:r>
              <a:rPr lang="en-US" sz="4000" dirty="0"/>
              <a:t>, </a:t>
            </a:r>
            <a:r>
              <a:rPr lang="en-US" sz="4000" dirty="0" err="1"/>
              <a:t>consequat</a:t>
            </a:r>
            <a:r>
              <a:rPr lang="en-US" sz="4000" dirty="0"/>
              <a:t> </a:t>
            </a:r>
            <a:r>
              <a:rPr lang="en-US" sz="4000" dirty="0" err="1"/>
              <a:t>nisl</a:t>
            </a:r>
            <a:r>
              <a:rPr lang="en-US" sz="4000" dirty="0"/>
              <a:t>. </a:t>
            </a:r>
            <a:r>
              <a:rPr lang="en-US" sz="4000" dirty="0" err="1"/>
              <a:t>Curabitur</a:t>
            </a:r>
            <a:r>
              <a:rPr lang="en-US" sz="4000" dirty="0"/>
              <a:t> </a:t>
            </a:r>
            <a:r>
              <a:rPr lang="en-US" sz="4000" dirty="0" err="1"/>
              <a:t>iaculis</a:t>
            </a:r>
            <a:r>
              <a:rPr lang="en-US" sz="4000" dirty="0"/>
              <a:t> est </a:t>
            </a:r>
            <a:r>
              <a:rPr lang="en-US" sz="4000" dirty="0" err="1"/>
              <a:t>massa</a:t>
            </a:r>
            <a:r>
              <a:rPr lang="en-US" sz="4000" dirty="0"/>
              <a:t>. In pharetra nunc lorem. </a:t>
            </a:r>
            <a:r>
              <a:rPr lang="en-US" sz="4000" dirty="0" err="1"/>
              <a:t>Vivamus</a:t>
            </a:r>
            <a:r>
              <a:rPr lang="en-US" sz="4000" dirty="0"/>
              <a:t> in diam in </a:t>
            </a:r>
            <a:r>
              <a:rPr lang="en-US" sz="4000" dirty="0" err="1"/>
              <a:t>purus</a:t>
            </a:r>
            <a:r>
              <a:rPr lang="en-US" sz="4000" dirty="0"/>
              <a:t> </a:t>
            </a:r>
            <a:r>
              <a:rPr lang="en-US" sz="4000" dirty="0" err="1"/>
              <a:t>elementum</a:t>
            </a:r>
            <a:r>
              <a:rPr lang="en-US" sz="4000" dirty="0"/>
              <a:t> </a:t>
            </a:r>
            <a:r>
              <a:rPr lang="en-US" sz="4000" dirty="0" err="1"/>
              <a:t>elementum</a:t>
            </a:r>
            <a:r>
              <a:rPr lang="en-US" sz="4000" dirty="0"/>
              <a:t>. Lorem ipsum dolor sit </a:t>
            </a:r>
            <a:r>
              <a:rPr lang="en-US" sz="4000" dirty="0" err="1"/>
              <a:t>amet</a:t>
            </a:r>
            <a:r>
              <a:rPr lang="en-US" sz="4000" dirty="0"/>
              <a:t>, </a:t>
            </a:r>
            <a:endParaRPr lang="en-US" sz="4000" dirty="0">
              <a:latin typeface="Garamond" panose="02020404030301010803" pitchFamily="18" charset="0"/>
            </a:endParaRPr>
          </a:p>
        </p:txBody>
      </p:sp>
      <p:sp>
        <p:nvSpPr>
          <p:cNvPr id="49" name="Textfeld 48">
            <a:extLst>
              <a:ext uri="{FF2B5EF4-FFF2-40B4-BE49-F238E27FC236}">
                <a16:creationId xmlns:a16="http://schemas.microsoft.com/office/drawing/2014/main" id="{88C5AEBA-A112-FD1B-09E6-C2287DC238E3}"/>
              </a:ext>
            </a:extLst>
          </p:cNvPr>
          <p:cNvSpPr txBox="1"/>
          <p:nvPr/>
        </p:nvSpPr>
        <p:spPr>
          <a:xfrm>
            <a:off x="15950565" y="2490039"/>
            <a:ext cx="5287987" cy="3046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7200" dirty="0">
                <a:latin typeface="Garamond" panose="02020404030301010803" pitchFamily="18" charset="0"/>
              </a:rPr>
              <a:t>Aim</a:t>
            </a:r>
            <a:endParaRPr lang="en-US" sz="4000" dirty="0">
              <a:latin typeface="Garamond" panose="02020404030301010803" pitchFamily="18" charset="0"/>
            </a:endParaRPr>
          </a:p>
          <a:p>
            <a:pPr algn="r"/>
            <a:r>
              <a:rPr lang="en-US" sz="4000" dirty="0"/>
              <a:t>Lorem ipsum dolor sit </a:t>
            </a:r>
            <a:r>
              <a:rPr lang="en-US" sz="4000" dirty="0" err="1"/>
              <a:t>amet</a:t>
            </a:r>
            <a:r>
              <a:rPr lang="en-US" sz="4000" dirty="0"/>
              <a:t>, </a:t>
            </a:r>
            <a:r>
              <a:rPr lang="en-US" sz="4000" dirty="0" err="1"/>
              <a:t>consectetur</a:t>
            </a:r>
            <a:r>
              <a:rPr lang="en-US" sz="4000" dirty="0"/>
              <a:t> </a:t>
            </a:r>
            <a:r>
              <a:rPr lang="en-US" sz="4000" dirty="0" err="1"/>
              <a:t>adipiscing</a:t>
            </a:r>
            <a:r>
              <a:rPr lang="en-US" sz="4000" dirty="0"/>
              <a:t> </a:t>
            </a:r>
            <a:r>
              <a:rPr lang="en-US" sz="4000" dirty="0" err="1"/>
              <a:t>elit</a:t>
            </a:r>
            <a:r>
              <a:rPr lang="en-US" sz="4000" dirty="0"/>
              <a:t>. In</a:t>
            </a:r>
            <a:endParaRPr lang="en-US" sz="4000" dirty="0">
              <a:latin typeface="Garamond" panose="02020404030301010803" pitchFamily="18" charset="0"/>
            </a:endParaRPr>
          </a:p>
        </p:txBody>
      </p:sp>
      <p:sp>
        <p:nvSpPr>
          <p:cNvPr id="51" name="Textfeld 50">
            <a:extLst>
              <a:ext uri="{FF2B5EF4-FFF2-40B4-BE49-F238E27FC236}">
                <a16:creationId xmlns:a16="http://schemas.microsoft.com/office/drawing/2014/main" id="{2B0218E8-BF5D-8A0F-E683-278157EA5EF5}"/>
              </a:ext>
            </a:extLst>
          </p:cNvPr>
          <p:cNvSpPr txBox="1"/>
          <p:nvPr/>
        </p:nvSpPr>
        <p:spPr>
          <a:xfrm>
            <a:off x="2871788" y="9787331"/>
            <a:ext cx="8755758" cy="3046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7200" dirty="0">
                <a:latin typeface="Garamond" panose="02020404030301010803" pitchFamily="18" charset="0"/>
              </a:rPr>
              <a:t>Method</a:t>
            </a:r>
            <a:endParaRPr lang="en-US" sz="4000" dirty="0">
              <a:latin typeface="Garamond" panose="02020404030301010803" pitchFamily="18" charset="0"/>
            </a:endParaRPr>
          </a:p>
          <a:p>
            <a:pPr algn="r"/>
            <a:r>
              <a:rPr lang="en-US" sz="4000" dirty="0"/>
              <a:t>Lorem ipsum dolor sit </a:t>
            </a:r>
            <a:r>
              <a:rPr lang="en-US" sz="4000" dirty="0" err="1"/>
              <a:t>amet</a:t>
            </a:r>
            <a:r>
              <a:rPr lang="en-US" sz="4000" dirty="0"/>
              <a:t>, </a:t>
            </a:r>
            <a:r>
              <a:rPr lang="en-US" sz="4000" dirty="0" err="1"/>
              <a:t>consectetur</a:t>
            </a:r>
            <a:r>
              <a:rPr lang="en-US" sz="4000" dirty="0"/>
              <a:t> </a:t>
            </a:r>
            <a:r>
              <a:rPr lang="en-US" sz="4000" dirty="0" err="1"/>
              <a:t>adipiscing</a:t>
            </a:r>
            <a:r>
              <a:rPr lang="en-US" sz="4000" dirty="0"/>
              <a:t> </a:t>
            </a:r>
            <a:r>
              <a:rPr lang="en-US" sz="4000" dirty="0" err="1"/>
              <a:t>elit</a:t>
            </a:r>
            <a:r>
              <a:rPr lang="en-US" sz="4000" dirty="0"/>
              <a:t>. In </a:t>
            </a:r>
            <a:r>
              <a:rPr lang="en-US" sz="4000" dirty="0" err="1"/>
              <a:t>porttitor</a:t>
            </a:r>
            <a:r>
              <a:rPr lang="en-US" sz="4000" dirty="0"/>
              <a:t> </a:t>
            </a:r>
            <a:r>
              <a:rPr lang="en-US" sz="4000" dirty="0" err="1"/>
              <a:t>leo</a:t>
            </a:r>
            <a:r>
              <a:rPr lang="en-US" sz="4000" dirty="0"/>
              <a:t> ac tempus dictum. </a:t>
            </a:r>
            <a:endParaRPr lang="en-US" sz="4000" dirty="0">
              <a:latin typeface="Garamond" panose="02020404030301010803" pitchFamily="18" charset="0"/>
            </a:endParaRPr>
          </a:p>
        </p:txBody>
      </p:sp>
      <p:sp>
        <p:nvSpPr>
          <p:cNvPr id="53" name="Textfeld 52">
            <a:extLst>
              <a:ext uri="{FF2B5EF4-FFF2-40B4-BE49-F238E27FC236}">
                <a16:creationId xmlns:a16="http://schemas.microsoft.com/office/drawing/2014/main" id="{47361790-65B1-EF35-D6E0-B992131E361D}"/>
              </a:ext>
            </a:extLst>
          </p:cNvPr>
          <p:cNvSpPr txBox="1"/>
          <p:nvPr/>
        </p:nvSpPr>
        <p:spPr>
          <a:xfrm>
            <a:off x="14039850" y="5336146"/>
            <a:ext cx="7343775" cy="25545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4000" dirty="0" err="1"/>
              <a:t>porttitor</a:t>
            </a:r>
            <a:r>
              <a:rPr lang="en-US" sz="4000" dirty="0"/>
              <a:t> </a:t>
            </a:r>
            <a:r>
              <a:rPr lang="en-US" sz="4000" dirty="0" err="1"/>
              <a:t>leo</a:t>
            </a:r>
            <a:r>
              <a:rPr lang="en-US" sz="4000" dirty="0"/>
              <a:t> ac tempus dictum. Donec a libero </a:t>
            </a:r>
            <a:r>
              <a:rPr lang="en-US" sz="4000" dirty="0" err="1"/>
              <a:t>malesuada</a:t>
            </a:r>
            <a:r>
              <a:rPr lang="en-US" sz="4000" dirty="0"/>
              <a:t>, </a:t>
            </a:r>
            <a:r>
              <a:rPr lang="en-US" sz="4000" dirty="0" err="1"/>
              <a:t>vulputate</a:t>
            </a:r>
            <a:r>
              <a:rPr lang="en-US" sz="4000" dirty="0"/>
              <a:t> dui </a:t>
            </a:r>
            <a:r>
              <a:rPr lang="en-US" sz="4000" dirty="0" err="1"/>
              <a:t>mattis</a:t>
            </a:r>
            <a:r>
              <a:rPr lang="en-US" sz="4000" dirty="0"/>
              <a:t>, </a:t>
            </a:r>
            <a:r>
              <a:rPr lang="en-US" sz="4000" dirty="0" err="1"/>
              <a:t>consequat</a:t>
            </a:r>
            <a:r>
              <a:rPr lang="en-US" sz="4000" dirty="0"/>
              <a:t> </a:t>
            </a:r>
            <a:r>
              <a:rPr lang="en-US" sz="4000" dirty="0" err="1"/>
              <a:t>nisl</a:t>
            </a:r>
            <a:r>
              <a:rPr lang="en-US" sz="4000" dirty="0"/>
              <a:t>. </a:t>
            </a:r>
            <a:r>
              <a:rPr lang="en-US" sz="4000" dirty="0" err="1"/>
              <a:t>Curabitur</a:t>
            </a:r>
            <a:r>
              <a:rPr lang="en-US" sz="4000" dirty="0"/>
              <a:t> </a:t>
            </a:r>
            <a:r>
              <a:rPr lang="en-US" sz="4000" dirty="0" err="1"/>
              <a:t>iaculis</a:t>
            </a:r>
            <a:r>
              <a:rPr lang="en-US" sz="4000" dirty="0"/>
              <a:t> est </a:t>
            </a:r>
            <a:r>
              <a:rPr lang="en-US" sz="4000" dirty="0" err="1"/>
              <a:t>massa</a:t>
            </a:r>
            <a:r>
              <a:rPr lang="en-US" sz="4000" dirty="0"/>
              <a:t>. </a:t>
            </a:r>
          </a:p>
        </p:txBody>
      </p:sp>
      <p:sp>
        <p:nvSpPr>
          <p:cNvPr id="54" name="Textfeld 53">
            <a:extLst>
              <a:ext uri="{FF2B5EF4-FFF2-40B4-BE49-F238E27FC236}">
                <a16:creationId xmlns:a16="http://schemas.microsoft.com/office/drawing/2014/main" id="{061FBA88-9B85-7C0A-8589-7CA0D4823493}"/>
              </a:ext>
            </a:extLst>
          </p:cNvPr>
          <p:cNvSpPr txBox="1"/>
          <p:nvPr/>
        </p:nvSpPr>
        <p:spPr>
          <a:xfrm>
            <a:off x="12559287" y="7744692"/>
            <a:ext cx="8755758" cy="25545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4000" dirty="0" err="1"/>
              <a:t>porttitor</a:t>
            </a:r>
            <a:r>
              <a:rPr lang="en-US" sz="4000" dirty="0"/>
              <a:t> </a:t>
            </a:r>
            <a:r>
              <a:rPr lang="en-US" sz="4000" dirty="0" err="1"/>
              <a:t>leo</a:t>
            </a:r>
            <a:r>
              <a:rPr lang="en-US" sz="4000" dirty="0"/>
              <a:t> ac tempus dictum. Donec a libero </a:t>
            </a:r>
            <a:r>
              <a:rPr lang="en-US" sz="4000" dirty="0" err="1"/>
              <a:t>malesuada</a:t>
            </a:r>
            <a:r>
              <a:rPr lang="en-US" sz="4000" dirty="0"/>
              <a:t>, </a:t>
            </a:r>
            <a:r>
              <a:rPr lang="en-US" sz="4000" dirty="0" err="1"/>
              <a:t>vulputate</a:t>
            </a:r>
            <a:r>
              <a:rPr lang="en-US" sz="4000" dirty="0"/>
              <a:t> dui </a:t>
            </a:r>
            <a:r>
              <a:rPr lang="en-US" sz="4000" dirty="0" err="1"/>
              <a:t>mattis</a:t>
            </a:r>
            <a:r>
              <a:rPr lang="en-US" sz="4000" dirty="0"/>
              <a:t>, </a:t>
            </a:r>
            <a:r>
              <a:rPr lang="en-US" sz="4000" dirty="0" err="1"/>
              <a:t>consequat</a:t>
            </a:r>
            <a:r>
              <a:rPr lang="en-US" sz="4000" dirty="0"/>
              <a:t> </a:t>
            </a:r>
            <a:r>
              <a:rPr lang="en-US" sz="4000" dirty="0" err="1"/>
              <a:t>nisl</a:t>
            </a:r>
            <a:r>
              <a:rPr lang="en-US" sz="4000" dirty="0"/>
              <a:t>. </a:t>
            </a:r>
            <a:r>
              <a:rPr lang="en-US" sz="4000" dirty="0" err="1"/>
              <a:t>Curabitur</a:t>
            </a:r>
            <a:r>
              <a:rPr lang="en-US" sz="4000" dirty="0"/>
              <a:t> </a:t>
            </a:r>
            <a:r>
              <a:rPr lang="en-US" sz="4000" dirty="0" err="1"/>
              <a:t>iaculis</a:t>
            </a:r>
            <a:r>
              <a:rPr lang="en-US" sz="4000" dirty="0"/>
              <a:t> est </a:t>
            </a:r>
            <a:r>
              <a:rPr lang="en-US" sz="4000" dirty="0" err="1"/>
              <a:t>massa</a:t>
            </a:r>
            <a:r>
              <a:rPr lang="en-US" sz="4000" dirty="0"/>
              <a:t>. </a:t>
            </a:r>
          </a:p>
        </p:txBody>
      </p:sp>
      <p:pic>
        <p:nvPicPr>
          <p:cNvPr id="56" name="Grafik 55" descr="Balkendiagramm Silhouette">
            <a:extLst>
              <a:ext uri="{FF2B5EF4-FFF2-40B4-BE49-F238E27FC236}">
                <a16:creationId xmlns:a16="http://schemas.microsoft.com/office/drawing/2014/main" id="{76AE9E88-558E-E553-2E62-6DBD4EA0FCE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13348766"/>
            <a:ext cx="3244025" cy="2210548"/>
          </a:xfrm>
          <a:prstGeom prst="rect">
            <a:avLst/>
          </a:prstGeom>
        </p:spPr>
      </p:pic>
      <p:pic>
        <p:nvPicPr>
          <p:cNvPr id="57" name="Grafik 56" descr="Balkendiagramm Silhouette">
            <a:extLst>
              <a:ext uri="{FF2B5EF4-FFF2-40B4-BE49-F238E27FC236}">
                <a16:creationId xmlns:a16="http://schemas.microsoft.com/office/drawing/2014/main" id="{55C750EC-8611-1050-7724-8103C198381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251483" y="13394869"/>
            <a:ext cx="3244025" cy="2210548"/>
          </a:xfrm>
          <a:prstGeom prst="rect">
            <a:avLst/>
          </a:prstGeom>
        </p:spPr>
      </p:pic>
      <p:pic>
        <p:nvPicPr>
          <p:cNvPr id="58" name="Grafik 57" descr="Balkendiagramm Silhouette">
            <a:extLst>
              <a:ext uri="{FF2B5EF4-FFF2-40B4-BE49-F238E27FC236}">
                <a16:creationId xmlns:a16="http://schemas.microsoft.com/office/drawing/2014/main" id="{1D47253D-E385-7BEC-7E52-EC845CE86AC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517345" y="13323405"/>
            <a:ext cx="3348900" cy="2282012"/>
          </a:xfrm>
          <a:prstGeom prst="rect">
            <a:avLst/>
          </a:prstGeom>
        </p:spPr>
      </p:pic>
      <p:sp>
        <p:nvSpPr>
          <p:cNvPr id="63" name="Ellipse 62">
            <a:extLst>
              <a:ext uri="{FF2B5EF4-FFF2-40B4-BE49-F238E27FC236}">
                <a16:creationId xmlns:a16="http://schemas.microsoft.com/office/drawing/2014/main" id="{2C912F5D-5391-F209-150B-ADAAFE16EC84}"/>
              </a:ext>
            </a:extLst>
          </p:cNvPr>
          <p:cNvSpPr/>
          <p:nvPr/>
        </p:nvSpPr>
        <p:spPr>
          <a:xfrm>
            <a:off x="7495508" y="14270857"/>
            <a:ext cx="923864" cy="943447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600" dirty="0">
                <a:solidFill>
                  <a:srgbClr val="333333"/>
                </a:solidFill>
              </a:rPr>
              <a:t>=</a:t>
            </a:r>
          </a:p>
        </p:txBody>
      </p:sp>
      <p:sp>
        <p:nvSpPr>
          <p:cNvPr id="65" name="Ellipse 64">
            <a:extLst>
              <a:ext uri="{FF2B5EF4-FFF2-40B4-BE49-F238E27FC236}">
                <a16:creationId xmlns:a16="http://schemas.microsoft.com/office/drawing/2014/main" id="{9BC3DF23-ABA9-3560-6B4F-4E58DF71A7C9}"/>
              </a:ext>
            </a:extLst>
          </p:cNvPr>
          <p:cNvSpPr/>
          <p:nvPr/>
        </p:nvSpPr>
        <p:spPr>
          <a:xfrm>
            <a:off x="3268313" y="14060287"/>
            <a:ext cx="923864" cy="943447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600" dirty="0">
                <a:solidFill>
                  <a:srgbClr val="333333"/>
                </a:solidFill>
              </a:rPr>
              <a:t>-</a:t>
            </a:r>
          </a:p>
        </p:txBody>
      </p:sp>
      <p:sp>
        <p:nvSpPr>
          <p:cNvPr id="71" name="Textfeld 70">
            <a:extLst>
              <a:ext uri="{FF2B5EF4-FFF2-40B4-BE49-F238E27FC236}">
                <a16:creationId xmlns:a16="http://schemas.microsoft.com/office/drawing/2014/main" id="{36193B9C-EF72-39A1-224E-313C6ADCB025}"/>
              </a:ext>
            </a:extLst>
          </p:cNvPr>
          <p:cNvSpPr txBox="1"/>
          <p:nvPr/>
        </p:nvSpPr>
        <p:spPr>
          <a:xfrm>
            <a:off x="312828" y="16251363"/>
            <a:ext cx="12246459" cy="28315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Lorem ipsum dolor sit </a:t>
            </a:r>
            <a:r>
              <a:rPr kumimoji="0" lang="en-US" sz="4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amet</a:t>
            </a: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, </a:t>
            </a:r>
            <a:r>
              <a:rPr kumimoji="0" lang="en-US" sz="4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consectetur</a:t>
            </a: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</a:t>
            </a:r>
            <a:r>
              <a:rPr kumimoji="0" lang="en-US" sz="4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adipiscing</a:t>
            </a: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</a:t>
            </a:r>
            <a:r>
              <a:rPr kumimoji="0" lang="en-US" sz="4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elit</a:t>
            </a: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. In </a:t>
            </a:r>
            <a:r>
              <a:rPr kumimoji="0" lang="en-US" sz="4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porttitor</a:t>
            </a: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</a:t>
            </a:r>
            <a:r>
              <a:rPr kumimoji="0" lang="en-US" sz="4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leo</a:t>
            </a: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ac tempus </a:t>
            </a:r>
            <a:r>
              <a:rPr kumimoji="0" lang="en-US" sz="4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dictumLorem</a:t>
            </a: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ipsum dolor sit </a:t>
            </a:r>
            <a:r>
              <a:rPr kumimoji="0" lang="en-US" sz="4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amet</a:t>
            </a: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, </a:t>
            </a:r>
            <a:r>
              <a:rPr kumimoji="0" lang="en-US" sz="4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consectetur</a:t>
            </a: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</a:t>
            </a:r>
            <a:r>
              <a:rPr kumimoji="0" lang="en-US" sz="4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adipiscing</a:t>
            </a: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</a:t>
            </a:r>
            <a:r>
              <a:rPr kumimoji="0" lang="en-US" sz="4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elit</a:t>
            </a: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.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In </a:t>
            </a:r>
            <a:r>
              <a:rPr kumimoji="0" lang="en-US" sz="4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porttitor</a:t>
            </a: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</a:t>
            </a:r>
            <a:r>
              <a:rPr kumimoji="0" lang="en-US" sz="40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leo</a:t>
            </a: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ac tempus dictum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  <a:p>
            <a:endParaRPr lang="en-US" dirty="0"/>
          </a:p>
        </p:txBody>
      </p:sp>
      <p:sp>
        <p:nvSpPr>
          <p:cNvPr id="72" name="Textfeld 71">
            <a:extLst>
              <a:ext uri="{FF2B5EF4-FFF2-40B4-BE49-F238E27FC236}">
                <a16:creationId xmlns:a16="http://schemas.microsoft.com/office/drawing/2014/main" id="{ACF80A8F-DEC9-6010-BB3D-BD6774C81B3E}"/>
              </a:ext>
            </a:extLst>
          </p:cNvPr>
          <p:cNvSpPr txBox="1"/>
          <p:nvPr/>
        </p:nvSpPr>
        <p:spPr>
          <a:xfrm>
            <a:off x="3968409" y="15473812"/>
            <a:ext cx="17415216" cy="55092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r"/>
            <a:r>
              <a:rPr lang="en-US" sz="7200" dirty="0">
                <a:latin typeface="Garamond" panose="02020404030301010803" pitchFamily="18" charset="0"/>
              </a:rPr>
              <a:t>Results</a:t>
            </a:r>
            <a:endParaRPr lang="en-US" sz="4000" dirty="0">
              <a:latin typeface="Garamond" panose="02020404030301010803" pitchFamily="18" charset="0"/>
            </a:endParaRPr>
          </a:p>
          <a:p>
            <a:pPr algn="r"/>
            <a:r>
              <a:rPr lang="en-US" sz="4000" dirty="0"/>
              <a:t>Lorem ipsum dolor sit </a:t>
            </a:r>
            <a:r>
              <a:rPr lang="en-US" sz="4000" dirty="0" err="1"/>
              <a:t>amet</a:t>
            </a:r>
            <a:r>
              <a:rPr lang="en-US" sz="4000" dirty="0"/>
              <a:t>, </a:t>
            </a:r>
          </a:p>
          <a:p>
            <a:pPr algn="r"/>
            <a:r>
              <a:rPr lang="en-US" sz="4000" dirty="0" err="1"/>
              <a:t>consectetur</a:t>
            </a:r>
            <a:r>
              <a:rPr lang="en-US" sz="4000" dirty="0"/>
              <a:t> </a:t>
            </a:r>
            <a:r>
              <a:rPr lang="en-US" sz="4000" dirty="0" err="1"/>
              <a:t>adipiscing</a:t>
            </a:r>
            <a:r>
              <a:rPr lang="en-US" sz="4000" dirty="0"/>
              <a:t> </a:t>
            </a:r>
            <a:r>
              <a:rPr lang="en-US" sz="4000" dirty="0" err="1"/>
              <a:t>elit</a:t>
            </a:r>
            <a:r>
              <a:rPr lang="en-US" sz="4000" dirty="0"/>
              <a:t>. In </a:t>
            </a:r>
            <a:r>
              <a:rPr lang="en-US" sz="4000" dirty="0" err="1"/>
              <a:t>porttitor</a:t>
            </a:r>
            <a:endParaRPr lang="en-US" sz="4000" dirty="0"/>
          </a:p>
          <a:p>
            <a:pPr algn="r"/>
            <a:r>
              <a:rPr lang="en-US" sz="4000" dirty="0"/>
              <a:t> </a:t>
            </a:r>
            <a:r>
              <a:rPr lang="en-US" sz="4000" dirty="0" err="1"/>
              <a:t>leo</a:t>
            </a:r>
            <a:r>
              <a:rPr lang="en-US" sz="4000" dirty="0"/>
              <a:t> ac tempus dictum. Donec a libero </a:t>
            </a:r>
          </a:p>
          <a:p>
            <a:pPr algn="r"/>
            <a:r>
              <a:rPr lang="en-US" sz="4000" dirty="0" err="1"/>
              <a:t>malesuada</a:t>
            </a:r>
            <a:r>
              <a:rPr lang="en-US" sz="4000" dirty="0"/>
              <a:t>, </a:t>
            </a:r>
            <a:r>
              <a:rPr lang="en-US" sz="4000" dirty="0" err="1"/>
              <a:t>vulputate</a:t>
            </a:r>
            <a:r>
              <a:rPr lang="en-US" sz="4000" dirty="0"/>
              <a:t> dui </a:t>
            </a:r>
            <a:r>
              <a:rPr lang="en-US" sz="4000" dirty="0" err="1"/>
              <a:t>mattis</a:t>
            </a:r>
            <a:r>
              <a:rPr lang="en-US" sz="4000" dirty="0"/>
              <a:t>, </a:t>
            </a:r>
            <a:r>
              <a:rPr lang="en-US" sz="4000" dirty="0" err="1"/>
              <a:t>consequat</a:t>
            </a:r>
            <a:endParaRPr lang="en-US" sz="4000" dirty="0"/>
          </a:p>
          <a:p>
            <a:pPr algn="r"/>
            <a:r>
              <a:rPr lang="en-US" sz="4000" dirty="0"/>
              <a:t> </a:t>
            </a:r>
            <a:r>
              <a:rPr lang="en-US" sz="4000" dirty="0" err="1"/>
              <a:t>nisl</a:t>
            </a:r>
            <a:r>
              <a:rPr lang="en-US" sz="4000" dirty="0"/>
              <a:t>. </a:t>
            </a:r>
            <a:r>
              <a:rPr lang="en-US" sz="4000" dirty="0" err="1"/>
              <a:t>Curabitur</a:t>
            </a:r>
            <a:r>
              <a:rPr lang="en-US" sz="4000" dirty="0"/>
              <a:t> </a:t>
            </a:r>
            <a:r>
              <a:rPr lang="en-US" sz="4000" dirty="0" err="1"/>
              <a:t>iaculis</a:t>
            </a:r>
            <a:r>
              <a:rPr lang="en-US" sz="4000" dirty="0"/>
              <a:t> est </a:t>
            </a:r>
            <a:r>
              <a:rPr lang="en-US" sz="4000" dirty="0" err="1"/>
              <a:t>massa</a:t>
            </a:r>
            <a:r>
              <a:rPr lang="en-US" sz="4000" dirty="0"/>
              <a:t>.</a:t>
            </a:r>
          </a:p>
          <a:p>
            <a:pPr algn="r"/>
            <a:r>
              <a:rPr lang="en-US" sz="4000" dirty="0"/>
              <a:t> In pharetra nunc lorem. </a:t>
            </a:r>
            <a:r>
              <a:rPr lang="en-US" sz="4000" dirty="0" err="1"/>
              <a:t>Vivamus</a:t>
            </a:r>
            <a:r>
              <a:rPr lang="en-US" sz="4000" dirty="0"/>
              <a:t> in diam in </a:t>
            </a:r>
            <a:r>
              <a:rPr lang="en-US" sz="4000" dirty="0" err="1"/>
              <a:t>purus</a:t>
            </a:r>
            <a:r>
              <a:rPr lang="en-US" sz="4000" dirty="0"/>
              <a:t> </a:t>
            </a:r>
          </a:p>
          <a:p>
            <a:pPr algn="r"/>
            <a:r>
              <a:rPr lang="en-US" sz="4000" dirty="0" err="1"/>
              <a:t>elementum</a:t>
            </a:r>
            <a:r>
              <a:rPr lang="en-US" sz="4000" dirty="0"/>
              <a:t> </a:t>
            </a:r>
            <a:r>
              <a:rPr lang="en-US" sz="4000" dirty="0" err="1"/>
              <a:t>elementum</a:t>
            </a:r>
            <a:r>
              <a:rPr lang="en-US" sz="4000" dirty="0"/>
              <a:t>. Lorem ipsum dolor sit </a:t>
            </a:r>
            <a:r>
              <a:rPr lang="en-US" sz="4000" dirty="0" err="1"/>
              <a:t>amet</a:t>
            </a:r>
            <a:r>
              <a:rPr lang="en-US" sz="4000" dirty="0"/>
              <a:t>, </a:t>
            </a:r>
            <a:endParaRPr lang="en-US" sz="4000" dirty="0">
              <a:latin typeface="Garamond" panose="02020404030301010803" pitchFamily="18" charset="0"/>
            </a:endParaRPr>
          </a:p>
        </p:txBody>
      </p:sp>
      <p:pic>
        <p:nvPicPr>
          <p:cNvPr id="78" name="Grafik 77">
            <a:extLst>
              <a:ext uri="{FF2B5EF4-FFF2-40B4-BE49-F238E27FC236}">
                <a16:creationId xmlns:a16="http://schemas.microsoft.com/office/drawing/2014/main" id="{AF9EC857-6227-96BD-313C-075378A6C686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43675" y="21548558"/>
            <a:ext cx="6800419" cy="3918595"/>
          </a:xfrm>
          <a:prstGeom prst="rect">
            <a:avLst/>
          </a:prstGeom>
        </p:spPr>
      </p:pic>
      <p:pic>
        <p:nvPicPr>
          <p:cNvPr id="80" name="Grafik 79">
            <a:extLst>
              <a:ext uri="{FF2B5EF4-FFF2-40B4-BE49-F238E27FC236}">
                <a16:creationId xmlns:a16="http://schemas.microsoft.com/office/drawing/2014/main" id="{0DB3880F-BF4C-8765-F6CB-814C186106FE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942577" y="21453090"/>
            <a:ext cx="6806131" cy="3918595"/>
          </a:xfrm>
          <a:prstGeom prst="rect">
            <a:avLst/>
          </a:prstGeom>
        </p:spPr>
      </p:pic>
      <p:sp>
        <p:nvSpPr>
          <p:cNvPr id="81" name="Textfeld 80">
            <a:extLst>
              <a:ext uri="{FF2B5EF4-FFF2-40B4-BE49-F238E27FC236}">
                <a16:creationId xmlns:a16="http://schemas.microsoft.com/office/drawing/2014/main" id="{B443C48D-509F-9554-A716-3712A4A284E5}"/>
              </a:ext>
            </a:extLst>
          </p:cNvPr>
          <p:cNvSpPr txBox="1"/>
          <p:nvPr/>
        </p:nvSpPr>
        <p:spPr>
          <a:xfrm>
            <a:off x="312829" y="25335548"/>
            <a:ext cx="12888821" cy="489364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7200" dirty="0">
                <a:latin typeface="Garamond" panose="02020404030301010803" pitchFamily="18" charset="0"/>
              </a:rPr>
              <a:t>Conclusion</a:t>
            </a:r>
            <a:endParaRPr lang="en-US" sz="4000" dirty="0">
              <a:latin typeface="Garamond" panose="02020404030301010803" pitchFamily="18" charset="0"/>
            </a:endParaRPr>
          </a:p>
          <a:p>
            <a:r>
              <a:rPr lang="en-US" sz="4000" dirty="0"/>
              <a:t>Lorem ipsum dolor sit </a:t>
            </a:r>
            <a:r>
              <a:rPr lang="en-US" sz="4000" dirty="0" err="1"/>
              <a:t>amet</a:t>
            </a:r>
            <a:r>
              <a:rPr lang="en-US" sz="4000" dirty="0"/>
              <a:t>, </a:t>
            </a:r>
            <a:r>
              <a:rPr lang="en-US" sz="4000" dirty="0" err="1"/>
              <a:t>consectetur</a:t>
            </a:r>
            <a:r>
              <a:rPr lang="en-US" sz="4000" dirty="0"/>
              <a:t> </a:t>
            </a:r>
            <a:r>
              <a:rPr lang="en-US" sz="4000" dirty="0" err="1"/>
              <a:t>adipiscing</a:t>
            </a:r>
            <a:r>
              <a:rPr lang="en-US" sz="4000" dirty="0"/>
              <a:t> </a:t>
            </a:r>
            <a:r>
              <a:rPr lang="en-US" sz="4000" dirty="0" err="1"/>
              <a:t>elit</a:t>
            </a:r>
            <a:r>
              <a:rPr lang="en-US" sz="4000" dirty="0"/>
              <a:t>. In </a:t>
            </a:r>
            <a:r>
              <a:rPr lang="en-US" sz="4000" dirty="0" err="1"/>
              <a:t>porttitor</a:t>
            </a:r>
            <a:r>
              <a:rPr lang="en-US" sz="4000" dirty="0"/>
              <a:t> </a:t>
            </a:r>
            <a:r>
              <a:rPr lang="en-US" sz="4000" dirty="0" err="1"/>
              <a:t>leo</a:t>
            </a:r>
            <a:r>
              <a:rPr lang="en-US" sz="4000" dirty="0"/>
              <a:t> ac tempus dictum. Donec a libero </a:t>
            </a:r>
            <a:r>
              <a:rPr lang="en-US" sz="4000" dirty="0" err="1"/>
              <a:t>malesuada</a:t>
            </a:r>
            <a:r>
              <a:rPr lang="en-US" sz="4000" dirty="0"/>
              <a:t>, </a:t>
            </a:r>
            <a:r>
              <a:rPr lang="en-US" sz="4000" dirty="0" err="1"/>
              <a:t>vulputate</a:t>
            </a:r>
            <a:r>
              <a:rPr lang="en-US" sz="4000" dirty="0"/>
              <a:t> dui </a:t>
            </a:r>
            <a:r>
              <a:rPr lang="en-US" sz="4000" dirty="0" err="1"/>
              <a:t>mattis</a:t>
            </a:r>
            <a:r>
              <a:rPr lang="en-US" sz="4000" dirty="0"/>
              <a:t>, </a:t>
            </a:r>
            <a:r>
              <a:rPr lang="en-US" sz="4000" dirty="0" err="1"/>
              <a:t>consequat</a:t>
            </a:r>
            <a:r>
              <a:rPr lang="en-US" sz="4000" dirty="0"/>
              <a:t> </a:t>
            </a:r>
            <a:r>
              <a:rPr lang="en-US" sz="4000" dirty="0" err="1"/>
              <a:t>nisl</a:t>
            </a:r>
            <a:r>
              <a:rPr lang="en-US" sz="4000" dirty="0"/>
              <a:t>. </a:t>
            </a:r>
            <a:r>
              <a:rPr lang="en-US" sz="4000" dirty="0" err="1"/>
              <a:t>Curabitur</a:t>
            </a:r>
            <a:r>
              <a:rPr lang="en-US" sz="4000" dirty="0"/>
              <a:t> </a:t>
            </a:r>
            <a:r>
              <a:rPr lang="en-US" sz="4000" dirty="0" err="1"/>
              <a:t>iaculis</a:t>
            </a:r>
            <a:r>
              <a:rPr lang="en-US" sz="4000" dirty="0"/>
              <a:t> est </a:t>
            </a:r>
            <a:r>
              <a:rPr lang="en-US" sz="4000" dirty="0" err="1"/>
              <a:t>massa</a:t>
            </a:r>
            <a:r>
              <a:rPr lang="en-US" sz="4000" dirty="0"/>
              <a:t>. In pharetra nunc lorem. </a:t>
            </a:r>
            <a:r>
              <a:rPr lang="en-US" sz="4000" dirty="0" err="1"/>
              <a:t>Vivamus</a:t>
            </a:r>
            <a:r>
              <a:rPr lang="en-US" sz="4000" dirty="0"/>
              <a:t> in diam in </a:t>
            </a:r>
            <a:r>
              <a:rPr lang="en-US" sz="4000" dirty="0" err="1"/>
              <a:t>purus</a:t>
            </a:r>
            <a:r>
              <a:rPr lang="en-US" sz="4000" dirty="0"/>
              <a:t> </a:t>
            </a:r>
            <a:r>
              <a:rPr lang="en-US" sz="4000" dirty="0" err="1"/>
              <a:t>elementum</a:t>
            </a:r>
            <a:r>
              <a:rPr lang="en-US" sz="4000" dirty="0"/>
              <a:t> </a:t>
            </a:r>
            <a:r>
              <a:rPr lang="en-US" sz="4000" dirty="0" err="1"/>
              <a:t>elementum</a:t>
            </a:r>
            <a:r>
              <a:rPr lang="en-US" sz="4000" dirty="0"/>
              <a:t>. Lorem ipsum dolor sit </a:t>
            </a:r>
            <a:r>
              <a:rPr lang="en-US" sz="4000" dirty="0" err="1"/>
              <a:t>amet</a:t>
            </a:r>
            <a:r>
              <a:rPr lang="en-US" sz="4000" dirty="0"/>
              <a:t>, </a:t>
            </a:r>
            <a:endParaRPr lang="en-US" sz="4000" dirty="0">
              <a:latin typeface="Garamond" panose="02020404030301010803" pitchFamily="18" charset="0"/>
            </a:endParaRPr>
          </a:p>
        </p:txBody>
      </p:sp>
      <p:sp>
        <p:nvSpPr>
          <p:cNvPr id="82" name="Textfeld 81">
            <a:extLst>
              <a:ext uri="{FF2B5EF4-FFF2-40B4-BE49-F238E27FC236}">
                <a16:creationId xmlns:a16="http://schemas.microsoft.com/office/drawing/2014/main" id="{EDBEE8A4-9524-7B70-8E91-5870476C097D}"/>
              </a:ext>
            </a:extLst>
          </p:cNvPr>
          <p:cNvSpPr txBox="1"/>
          <p:nvPr/>
        </p:nvSpPr>
        <p:spPr>
          <a:xfrm>
            <a:off x="13547981" y="25467153"/>
            <a:ext cx="7522815" cy="3046988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7200" dirty="0">
                <a:latin typeface="Garamond" panose="02020404030301010803" pitchFamily="18" charset="0"/>
              </a:rPr>
              <a:t>Acknowledgements</a:t>
            </a:r>
            <a:endParaRPr lang="en-US" sz="4000" dirty="0">
              <a:latin typeface="Garamond" panose="02020404030301010803" pitchFamily="18" charset="0"/>
            </a:endParaRPr>
          </a:p>
          <a:p>
            <a:r>
              <a:rPr lang="en-US" sz="4000" dirty="0"/>
              <a:t>Lorem ipsum dolor sit </a:t>
            </a:r>
            <a:r>
              <a:rPr lang="en-US" sz="4000" dirty="0" err="1"/>
              <a:t>amet</a:t>
            </a:r>
            <a:r>
              <a:rPr lang="en-US" sz="4000" dirty="0"/>
              <a:t>, </a:t>
            </a:r>
            <a:r>
              <a:rPr lang="en-US" sz="4000" dirty="0" err="1"/>
              <a:t>consectetur</a:t>
            </a:r>
            <a:r>
              <a:rPr lang="en-US" sz="4000" dirty="0"/>
              <a:t> </a:t>
            </a:r>
            <a:r>
              <a:rPr lang="en-US" sz="4000" dirty="0" err="1"/>
              <a:t>adipiscing</a:t>
            </a:r>
            <a:r>
              <a:rPr lang="en-US" sz="4000" dirty="0"/>
              <a:t> </a:t>
            </a:r>
            <a:r>
              <a:rPr lang="en-US" sz="4000" dirty="0" err="1"/>
              <a:t>elit</a:t>
            </a:r>
            <a:r>
              <a:rPr lang="en-US" sz="4000" dirty="0"/>
              <a:t>. In </a:t>
            </a:r>
            <a:r>
              <a:rPr lang="en-US" sz="4000" dirty="0" err="1"/>
              <a:t>porttitor</a:t>
            </a:r>
            <a:r>
              <a:rPr lang="en-US" sz="4000" dirty="0"/>
              <a:t> </a:t>
            </a:r>
            <a:r>
              <a:rPr lang="en-US" sz="4000" dirty="0" err="1"/>
              <a:t>leo</a:t>
            </a:r>
            <a:r>
              <a:rPr lang="en-US" sz="4000" dirty="0"/>
              <a:t> ac tempus dictum.</a:t>
            </a:r>
            <a:endParaRPr lang="en-US" sz="4000" dirty="0">
              <a:latin typeface="Garamond" panose="02020404030301010803" pitchFamily="18" charset="0"/>
            </a:endParaRPr>
          </a:p>
        </p:txBody>
      </p:sp>
      <p:pic>
        <p:nvPicPr>
          <p:cNvPr id="84" name="Grafik 83" descr="Außerirdischer mit einem Auge">
            <a:extLst>
              <a:ext uri="{FF2B5EF4-FFF2-40B4-BE49-F238E27FC236}">
                <a16:creationId xmlns:a16="http://schemas.microsoft.com/office/drawing/2014/main" id="{27D84D37-AC03-5422-C3CF-E6F5F99C1D0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5424890" y="143376"/>
            <a:ext cx="1647825" cy="1743075"/>
          </a:xfrm>
          <a:prstGeom prst="rect">
            <a:avLst/>
          </a:prstGeom>
        </p:spPr>
      </p:pic>
      <p:pic>
        <p:nvPicPr>
          <p:cNvPr id="86" name="Grafik 85" descr="Mann im Kapuzenpullover">
            <a:extLst>
              <a:ext uri="{FF2B5EF4-FFF2-40B4-BE49-F238E27FC236}">
                <a16:creationId xmlns:a16="http://schemas.microsoft.com/office/drawing/2014/main" id="{4EEEF0B6-6628-1BAB-C502-0CFE824B2DD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8582434" y="177696"/>
            <a:ext cx="1285875" cy="1733550"/>
          </a:xfrm>
          <a:prstGeom prst="rect">
            <a:avLst/>
          </a:prstGeom>
        </p:spPr>
      </p:pic>
      <p:pic>
        <p:nvPicPr>
          <p:cNvPr id="88" name="Grafik 87" descr="Mann in Jacke">
            <a:extLst>
              <a:ext uri="{FF2B5EF4-FFF2-40B4-BE49-F238E27FC236}">
                <a16:creationId xmlns:a16="http://schemas.microsoft.com/office/drawing/2014/main" id="{66D3FBED-8A81-CB38-AA5E-C3870695596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6998976" y="48068"/>
            <a:ext cx="1304925" cy="1876425"/>
          </a:xfrm>
          <a:prstGeom prst="rect">
            <a:avLst/>
          </a:prstGeom>
        </p:spPr>
      </p:pic>
      <p:pic>
        <p:nvPicPr>
          <p:cNvPr id="90" name="Grafik 89" descr="Mann mit Brille und Rollkragenpullover">
            <a:extLst>
              <a:ext uri="{FF2B5EF4-FFF2-40B4-BE49-F238E27FC236}">
                <a16:creationId xmlns:a16="http://schemas.microsoft.com/office/drawing/2014/main" id="{4EAAEBAB-9CD3-05C1-8A7F-C5CB8DF9CAA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20011635" y="161571"/>
            <a:ext cx="1295400" cy="1743075"/>
          </a:xfrm>
          <a:prstGeom prst="rect">
            <a:avLst/>
          </a:prstGeom>
        </p:spPr>
      </p:pic>
      <p:graphicFrame>
        <p:nvGraphicFramePr>
          <p:cNvPr id="101" name="Tabelle 100">
            <a:extLst>
              <a:ext uri="{FF2B5EF4-FFF2-40B4-BE49-F238E27FC236}">
                <a16:creationId xmlns:a16="http://schemas.microsoft.com/office/drawing/2014/main" id="{23617CF8-AE7A-F11F-E520-ACA04202B98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75962483"/>
              </p:ext>
            </p:extLst>
          </p:nvPr>
        </p:nvGraphicFramePr>
        <p:xfrm>
          <a:off x="15424889" y="1946987"/>
          <a:ext cx="5958736" cy="3708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489684">
                  <a:extLst>
                    <a:ext uri="{9D8B030D-6E8A-4147-A177-3AD203B41FA5}">
                      <a16:colId xmlns:a16="http://schemas.microsoft.com/office/drawing/2014/main" val="3361250994"/>
                    </a:ext>
                  </a:extLst>
                </a:gridCol>
                <a:gridCol w="1489684">
                  <a:extLst>
                    <a:ext uri="{9D8B030D-6E8A-4147-A177-3AD203B41FA5}">
                      <a16:colId xmlns:a16="http://schemas.microsoft.com/office/drawing/2014/main" val="1261803276"/>
                    </a:ext>
                  </a:extLst>
                </a:gridCol>
                <a:gridCol w="1489684">
                  <a:extLst>
                    <a:ext uri="{9D8B030D-6E8A-4147-A177-3AD203B41FA5}">
                      <a16:colId xmlns:a16="http://schemas.microsoft.com/office/drawing/2014/main" val="1991643264"/>
                    </a:ext>
                  </a:extLst>
                </a:gridCol>
                <a:gridCol w="1489684">
                  <a:extLst>
                    <a:ext uri="{9D8B030D-6E8A-4147-A177-3AD203B41FA5}">
                      <a16:colId xmlns:a16="http://schemas.microsoft.com/office/drawing/2014/main" val="283327094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Garamond" panose="02020404030301010803" pitchFamily="18" charset="0"/>
                        </a:rPr>
                        <a:t>Elja Meuter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Garamond" panose="02020404030301010803" pitchFamily="18" charset="0"/>
                        </a:rPr>
                        <a:t>Damian </a:t>
                      </a:r>
                      <a:r>
                        <a:rPr lang="en-US" sz="1800" dirty="0" err="1">
                          <a:latin typeface="Garamond" panose="02020404030301010803" pitchFamily="18" charset="0"/>
                        </a:rPr>
                        <a:t>Sloos</a:t>
                      </a:r>
                      <a:endParaRPr lang="en-US" sz="1800" dirty="0">
                        <a:latin typeface="Garamond" panose="02020404030301010803" pitchFamily="18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Garamond" panose="02020404030301010803" pitchFamily="18" charset="0"/>
                        </a:rPr>
                        <a:t>Wouter de Wit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latin typeface="Garamond" panose="02020404030301010803" pitchFamily="18" charset="0"/>
                        </a:rPr>
                        <a:t>Tobias Cock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7184977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3126029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312</Words>
  <Application>Microsoft Office PowerPoint</Application>
  <PresentationFormat>Benutzerdefiniert</PresentationFormat>
  <Paragraphs>30</Paragraphs>
  <Slides>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Garamond</vt:lpstr>
      <vt:lpstr>Office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Elja Meuter</dc:creator>
  <cp:lastModifiedBy>Elja Meuter</cp:lastModifiedBy>
  <cp:revision>1</cp:revision>
  <dcterms:created xsi:type="dcterms:W3CDTF">2026-05-07T08:35:58Z</dcterms:created>
  <dcterms:modified xsi:type="dcterms:W3CDTF">2026-05-07T10:37:47Z</dcterms:modified>
</cp:coreProperties>
</file>