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F5F5DC"/>
    <a:srgbClr val="333333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1DFCA6-C4A5-40AC-B792-0C93A456EA9E}" v="4" dt="2026-05-17T15:40:37.7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50" d="100"/>
          <a:sy n="50" d="100"/>
        </p:scale>
        <p:origin x="1354" y="-9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5T06:50:52.234" v="9184" actId="255"/>
      <pc:docMkLst>
        <pc:docMk/>
      </pc:docMkLst>
      <pc:sldChg chg="addSp delSp modSp mod setBg">
        <pc:chgData name="Elja Meuter" userId="b1e1bb923a19bf75" providerId="LiveId" clId="{D71E6ABD-519B-41F0-9374-E926C1080144}" dt="2026-05-15T06:50:52.234" v="9184" actId="255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5T06:46:59.220" v="9021" actId="1076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5T06:50:52.234" v="9184" actId="255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mod">
          <ac:chgData name="Elja Meuter" userId="b1e1bb923a19bf75" providerId="LiveId" clId="{D71E6ABD-519B-41F0-9374-E926C1080144}" dt="2026-05-15T06:49:32.147" v="9162" actId="113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4T18:32:22.477" v="8493" actId="255"/>
          <ac:spMkLst>
            <pc:docMk/>
            <pc:sldMk cId="1631260291" sldId="256"/>
            <ac:spMk id="13" creationId="{ED759B63-C847-80C1-30B5-B6ED7A60C236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08T11:01:44.828" v="5199" actId="20577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4T18:30:25.308" v="8412" actId="255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5T06:50:10.357" v="9168" actId="1076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5T06:49:42.863" v="9164" actId="1076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5T06:42:55.471" v="8840" actId="1076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5T06:50:32.225" v="9183" actId="14100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5T06:48:39.050" v="9087" actId="1582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5T06:49:18.085" v="9161" actId="14100"/>
          <ac:cxnSpMkLst>
            <pc:docMk/>
            <pc:sldMk cId="1631260291" sldId="256"/>
            <ac:cxnSpMk id="23" creationId="{87701C8F-B0BD-60F4-4A76-2E0CEE344469}"/>
          </ac:cxnSpMkLst>
        </pc:cxnChg>
      </pc:sldChg>
    </pc:docChg>
  </pc:docChgLst>
  <pc:docChgLst>
    <pc:chgData name="Tobias de Cock" userId="74095abf1f8f7986" providerId="LiveId" clId="{6CA3D613-126E-44D0-8891-B7ECF4335DC9}"/>
    <pc:docChg chg="undo custSel modSld">
      <pc:chgData name="Tobias de Cock" userId="74095abf1f8f7986" providerId="LiveId" clId="{6CA3D613-126E-44D0-8891-B7ECF4335DC9}" dt="2026-05-17T16:29:06.979" v="265" actId="1076"/>
      <pc:docMkLst>
        <pc:docMk/>
      </pc:docMkLst>
      <pc:sldChg chg="addSp delSp modSp mod">
        <pc:chgData name="Tobias de Cock" userId="74095abf1f8f7986" providerId="LiveId" clId="{6CA3D613-126E-44D0-8891-B7ECF4335DC9}" dt="2026-05-17T16:29:06.979" v="265" actId="1076"/>
        <pc:sldMkLst>
          <pc:docMk/>
          <pc:sldMk cId="1631260291" sldId="256"/>
        </pc:sldMkLst>
        <pc:spChg chg="mod">
          <ac:chgData name="Tobias de Cock" userId="74095abf1f8f7986" providerId="LiveId" clId="{6CA3D613-126E-44D0-8891-B7ECF4335DC9}" dt="2026-05-17T16:23:10.062" v="72" actId="6549"/>
          <ac:spMkLst>
            <pc:docMk/>
            <pc:sldMk cId="1631260291" sldId="256"/>
            <ac:spMk id="2" creationId="{257CDFF9-337C-562C-2BEA-4394DD69AA20}"/>
          </ac:spMkLst>
        </pc:spChg>
        <pc:spChg chg="del">
          <ac:chgData name="Tobias de Cock" userId="74095abf1f8f7986" providerId="LiveId" clId="{6CA3D613-126E-44D0-8891-B7ECF4335DC9}" dt="2026-05-17T16:22:41.047" v="52" actId="478"/>
          <ac:spMkLst>
            <pc:docMk/>
            <pc:sldMk cId="1631260291" sldId="256"/>
            <ac:spMk id="5" creationId="{9A9E46D5-1BC2-881E-D9E1-DEC90261713B}"/>
          </ac:spMkLst>
        </pc:spChg>
        <pc:spChg chg="del">
          <ac:chgData name="Tobias de Cock" userId="74095abf1f8f7986" providerId="LiveId" clId="{6CA3D613-126E-44D0-8891-B7ECF4335DC9}" dt="2026-05-17T16:22:38.236" v="50" actId="478"/>
          <ac:spMkLst>
            <pc:docMk/>
            <pc:sldMk cId="1631260291" sldId="256"/>
            <ac:spMk id="7" creationId="{182C3A3A-6252-CC8B-5537-3B067F8C112A}"/>
          </ac:spMkLst>
        </pc:spChg>
        <pc:spChg chg="mod">
          <ac:chgData name="Tobias de Cock" userId="74095abf1f8f7986" providerId="LiveId" clId="{6CA3D613-126E-44D0-8891-B7ECF4335DC9}" dt="2026-05-17T15:41:29.733" v="42" actId="255"/>
          <ac:spMkLst>
            <pc:docMk/>
            <pc:sldMk cId="1631260291" sldId="256"/>
            <ac:spMk id="13" creationId="{ED759B63-C847-80C1-30B5-B6ED7A60C236}"/>
          </ac:spMkLst>
        </pc:spChg>
        <pc:spChg chg="mod">
          <ac:chgData name="Tobias de Cock" userId="74095abf1f8f7986" providerId="LiveId" clId="{6CA3D613-126E-44D0-8891-B7ECF4335DC9}" dt="2026-05-17T15:37:07.398" v="6" actId="14100"/>
          <ac:spMkLst>
            <pc:docMk/>
            <pc:sldMk cId="1631260291" sldId="256"/>
            <ac:spMk id="43" creationId="{03457626-FDEA-D7AF-4DE0-5E7B18C81CB1}"/>
          </ac:spMkLst>
        </pc:spChg>
        <pc:spChg chg="mod">
          <ac:chgData name="Tobias de Cock" userId="74095abf1f8f7986" providerId="LiveId" clId="{6CA3D613-126E-44D0-8891-B7ECF4335DC9}" dt="2026-05-17T16:29:06.979" v="265" actId="1076"/>
          <ac:spMkLst>
            <pc:docMk/>
            <pc:sldMk cId="1631260291" sldId="256"/>
            <ac:spMk id="47" creationId="{5C947FBF-1ECA-BFC4-9160-8E6DDA7EBFF4}"/>
          </ac:spMkLst>
        </pc:spChg>
        <pc:picChg chg="add mod">
          <ac:chgData name="Tobias de Cock" userId="74095abf1f8f7986" providerId="LiveId" clId="{6CA3D613-126E-44D0-8891-B7ECF4335DC9}" dt="2026-05-17T16:23:01.890" v="55" actId="1076"/>
          <ac:picMkLst>
            <pc:docMk/>
            <pc:sldMk cId="1631260291" sldId="256"/>
            <ac:picMk id="18" creationId="{587D1E60-93D2-E827-EF0F-C1345342DB9A}"/>
          </ac:picMkLst>
        </pc:picChg>
        <pc:picChg chg="add del mod">
          <ac:chgData name="Tobias de Cock" userId="74095abf1f8f7986" providerId="LiveId" clId="{6CA3D613-126E-44D0-8891-B7ECF4335DC9}" dt="2026-05-17T16:16:27.593" v="46" actId="478"/>
          <ac:picMkLst>
            <pc:docMk/>
            <pc:sldMk cId="1631260291" sldId="256"/>
            <ac:picMk id="24" creationId="{731DE547-645B-25AA-2E63-A0A0D6446EFF}"/>
          </ac:picMkLst>
        </pc:picChg>
        <pc:picChg chg="add mod">
          <ac:chgData name="Tobias de Cock" userId="74095abf1f8f7986" providerId="LiveId" clId="{6CA3D613-126E-44D0-8891-B7ECF4335DC9}" dt="2026-05-17T16:24:27.802" v="78" actId="1076"/>
          <ac:picMkLst>
            <pc:docMk/>
            <pc:sldMk cId="1631260291" sldId="256"/>
            <ac:picMk id="26" creationId="{852A3207-F592-37E5-BE26-31915EFF35A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hyperlink" Target="https://docs.google.com/document/d/1ErDZZfujzntHETMSgQSOBVT8KwdOdwoYPcd62I_y2oY/edit?usp=shar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002223">
            <a:off x="-4175127" y="7147150"/>
            <a:ext cx="18355988" cy="10028893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552331" y="7402784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6105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652053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50507" y="4073185"/>
            <a:ext cx="11136183" cy="31700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dirty="0">
                <a:solidFill>
                  <a:prstClr val="black"/>
                </a:solidFill>
                <a:latin typeface="Garamond" panose="02020404030301010803" pitchFamily="18" charset="0"/>
              </a:rPr>
              <a:t>When observing stars, we only find those that are significantly detectible with our current detection methods. This introduces a bias in the acquired data.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496976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generate synthetic binary star populations based on theory. Then we subtract our generated binary star population from the SB9 and ORB6 catalogues and plot the difference. 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1012986" y="13906592"/>
            <a:ext cx="2893639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5423687"/>
            <a:ext cx="12768766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A preference for circular orbits in SB9, makes sense since these have the easiest RV curve to detect. Spectroscopic binaries are often close binaries, so circular orbits are much more likely. 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ORB6 is strongly dependent on the period bias. Bell shape bias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2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SB9 and ORB6 binary star catalogues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analyze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611897" y="12170075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483050"/>
            <a:ext cx="15263409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Garamond" panose="02020404030301010803" pitchFamily="18" charset="0"/>
              </a:rPr>
              <a:t>Authors: Tobias de Cock (s4438361) , Elja Meuter (s4500229), Damian </a:t>
            </a:r>
            <a:r>
              <a:rPr lang="en-US" sz="2600" dirty="0" err="1">
                <a:latin typeface="Garamond" panose="02020404030301010803" pitchFamily="18" charset="0"/>
              </a:rPr>
              <a:t>Sloos</a:t>
            </a:r>
            <a:r>
              <a:rPr lang="en-US" sz="2600" dirty="0">
                <a:latin typeface="Garamond" panose="02020404030301010803" pitchFamily="18" charset="0"/>
              </a:rPr>
              <a:t> (s4406435),  Wouter de Wit (s3519767)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601101"/>
                  </p:ext>
                </p:extLst>
              </p:nvPr>
            </p:nvGraphicFramePr>
            <p:xfrm>
              <a:off x="201201" y="10824523"/>
              <a:ext cx="8562646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68362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5894284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e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32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q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P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a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R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601101"/>
                  </p:ext>
                </p:extLst>
              </p:nvPr>
            </p:nvGraphicFramePr>
            <p:xfrm>
              <a:off x="201201" y="10824523"/>
              <a:ext cx="8562646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68362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5894284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e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95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q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P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a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R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92162" y="24180675"/>
            <a:ext cx="94129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 rot="5400000">
            <a:off x="-12894540" y="15166640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/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3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blipFill>
                <a:blip r:embed="rId7"/>
                <a:stretch>
                  <a:fillRect l="-1407" t="-2381" r="-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stCxn id="11" idx="2"/>
          </p:cNvCxnSpPr>
          <p:nvPr/>
        </p:nvCxnSpPr>
        <p:spPr>
          <a:xfrm flipH="1">
            <a:off x="19120713" y="16296824"/>
            <a:ext cx="9202117" cy="135109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1270827" cy="196560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" name="Graphic 17">
            <a:extLst>
              <a:ext uri="{FF2B5EF4-FFF2-40B4-BE49-F238E27FC236}">
                <a16:creationId xmlns:a16="http://schemas.microsoft.com/office/drawing/2014/main" id="{587D1E60-93D2-E827-EF0F-C1345342D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6858" y="17626436"/>
            <a:ext cx="5287345" cy="6609181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852A3207-F592-37E5-BE26-31915EFF35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79507" y="17626435"/>
            <a:ext cx="5287345" cy="660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481</Words>
  <Application>Microsoft Office PowerPoint</Application>
  <PresentationFormat>Aangepast</PresentationFormat>
  <Paragraphs>50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Garamond</vt:lpstr>
      <vt:lpstr>Office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Tobias de Cock</cp:lastModifiedBy>
  <cp:revision>1</cp:revision>
  <cp:lastPrinted>2026-05-08T11:07:59Z</cp:lastPrinted>
  <dcterms:created xsi:type="dcterms:W3CDTF">2026-05-07T08:35:58Z</dcterms:created>
  <dcterms:modified xsi:type="dcterms:W3CDTF">2026-05-17T16:29:16Z</dcterms:modified>
</cp:coreProperties>
</file>