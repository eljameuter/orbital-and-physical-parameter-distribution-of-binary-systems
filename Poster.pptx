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Lst>
  <p:sldSz cx="21383625" cy="30275213"/>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EBE2"/>
    <a:srgbClr val="F5F5DC"/>
    <a:srgbClr val="333333"/>
    <a:srgbClr val="56787A"/>
    <a:srgbClr val="77A6A9"/>
    <a:srgbClr val="963C31"/>
    <a:srgbClr val="C24D3F"/>
    <a:srgbClr val="E1CCAD"/>
    <a:srgbClr val="01418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85A197-381A-465D-A948-96F1A941B31A}" v="356" dt="2026-05-08T11:48:58.714"/>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p:scale>
          <a:sx n="33" d="100"/>
          <a:sy n="33" d="100"/>
        </p:scale>
        <p:origin x="945" y="-258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slide" Target="slides/slide3.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ja Meuter" userId="b1e1bb923a19bf75" providerId="LiveId" clId="{D71E6ABD-519B-41F0-9374-E926C1080144}"/>
    <pc:docChg chg="undo redo custSel addSld modSld">
      <pc:chgData name="Elja Meuter" userId="b1e1bb923a19bf75" providerId="LiveId" clId="{D71E6ABD-519B-41F0-9374-E926C1080144}" dt="2026-05-08T11:48:58.714" v="6638"/>
      <pc:docMkLst>
        <pc:docMk/>
      </pc:docMkLst>
      <pc:sldChg chg="addSp delSp modSp mod setBg">
        <pc:chgData name="Elja Meuter" userId="b1e1bb923a19bf75" providerId="LiveId" clId="{D71E6ABD-519B-41F0-9374-E926C1080144}" dt="2026-05-08T11:48:58.714" v="6638"/>
        <pc:sldMkLst>
          <pc:docMk/>
          <pc:sldMk cId="1631260291" sldId="256"/>
        </pc:sldMkLst>
        <pc:spChg chg="del">
          <ac:chgData name="Elja Meuter" userId="b1e1bb923a19bf75" providerId="LiveId" clId="{D71E6ABD-519B-41F0-9374-E926C1080144}" dt="2026-05-07T08:36:11.333" v="0" actId="478"/>
          <ac:spMkLst>
            <pc:docMk/>
            <pc:sldMk cId="1631260291" sldId="256"/>
            <ac:spMk id="2" creationId="{46E5562E-2838-8C1B-C482-76CFC3F7F231}"/>
          </ac:spMkLst>
        </pc:spChg>
        <pc:spChg chg="del">
          <ac:chgData name="Elja Meuter" userId="b1e1bb923a19bf75" providerId="LiveId" clId="{D71E6ABD-519B-41F0-9374-E926C1080144}" dt="2026-05-07T08:36:12.300" v="1" actId="478"/>
          <ac:spMkLst>
            <pc:docMk/>
            <pc:sldMk cId="1631260291" sldId="256"/>
            <ac:spMk id="3" creationId="{3EA78610-5EB3-D74C-0BB8-E0CFBFB75998}"/>
          </ac:spMkLst>
        </pc:spChg>
        <pc:spChg chg="add del">
          <ac:chgData name="Elja Meuter" userId="b1e1bb923a19bf75" providerId="LiveId" clId="{D71E6ABD-519B-41F0-9374-E926C1080144}" dt="2026-05-08T08:33:01.271" v="2108" actId="22"/>
          <ac:spMkLst>
            <pc:docMk/>
            <pc:sldMk cId="1631260291" sldId="256"/>
            <ac:spMk id="4" creationId="{3662B5AA-BB60-D860-C965-5E2BE87CCC6D}"/>
          </ac:spMkLst>
        </pc:spChg>
        <pc:spChg chg="add del mod">
          <ac:chgData name="Elja Meuter" userId="b1e1bb923a19bf75" providerId="LiveId" clId="{D71E6ABD-519B-41F0-9374-E926C1080144}" dt="2026-05-08T08:33:25.140" v="2115" actId="478"/>
          <ac:spMkLst>
            <pc:docMk/>
            <pc:sldMk cId="1631260291" sldId="256"/>
            <ac:spMk id="5" creationId="{F61F87B5-3B5E-0AE5-90B6-F49ADEEC3065}"/>
          </ac:spMkLst>
        </pc:spChg>
        <pc:spChg chg="add del mod">
          <ac:chgData name="Elja Meuter" userId="b1e1bb923a19bf75" providerId="LiveId" clId="{D71E6ABD-519B-41F0-9374-E926C1080144}" dt="2026-05-07T08:51:25.627" v="14" actId="478"/>
          <ac:spMkLst>
            <pc:docMk/>
            <pc:sldMk cId="1631260291" sldId="256"/>
            <ac:spMk id="6" creationId="{528E4CDC-E575-A159-983C-24BAAA0860AE}"/>
          </ac:spMkLst>
        </pc:spChg>
        <pc:spChg chg="add mod">
          <ac:chgData name="Elja Meuter" userId="b1e1bb923a19bf75" providerId="LiveId" clId="{D71E6ABD-519B-41F0-9374-E926C1080144}" dt="2026-05-08T10:52:22.921" v="4790" actId="14100"/>
          <ac:spMkLst>
            <pc:docMk/>
            <pc:sldMk cId="1631260291" sldId="256"/>
            <ac:spMk id="6" creationId="{75A5A8A8-C19D-0F38-1307-604062B341FE}"/>
          </ac:spMkLst>
        </pc:spChg>
        <pc:spChg chg="add del mod">
          <ac:chgData name="Elja Meuter" userId="b1e1bb923a19bf75" providerId="LiveId" clId="{D71E6ABD-519B-41F0-9374-E926C1080144}" dt="2026-05-07T09:02:35.815" v="128" actId="478"/>
          <ac:spMkLst>
            <pc:docMk/>
            <pc:sldMk cId="1631260291" sldId="256"/>
            <ac:spMk id="7" creationId="{63B3C917-642B-631A-15A5-5A6780631176}"/>
          </ac:spMkLst>
        </pc:spChg>
        <pc:spChg chg="add del mod">
          <ac:chgData name="Elja Meuter" userId="b1e1bb923a19bf75" providerId="LiveId" clId="{D71E6ABD-519B-41F0-9374-E926C1080144}" dt="2026-05-07T09:03:38.579" v="145" actId="478"/>
          <ac:spMkLst>
            <pc:docMk/>
            <pc:sldMk cId="1631260291" sldId="256"/>
            <ac:spMk id="8" creationId="{3B303F24-2650-B904-D325-9BA9CF028BF7}"/>
          </ac:spMkLst>
        </pc:spChg>
        <pc:spChg chg="add del">
          <ac:chgData name="Elja Meuter" userId="b1e1bb923a19bf75" providerId="LiveId" clId="{D71E6ABD-519B-41F0-9374-E926C1080144}" dt="2026-05-08T08:40:09.147" v="2285" actId="22"/>
          <ac:spMkLst>
            <pc:docMk/>
            <pc:sldMk cId="1631260291" sldId="256"/>
            <ac:spMk id="8" creationId="{65B9043A-F4FC-7681-1F5C-4E635CA6AFA6}"/>
          </ac:spMkLst>
        </pc:spChg>
        <pc:spChg chg="add del mod">
          <ac:chgData name="Elja Meuter" userId="b1e1bb923a19bf75" providerId="LiveId" clId="{D71E6ABD-519B-41F0-9374-E926C1080144}" dt="2026-05-07T09:16:23.382" v="346" actId="478"/>
          <ac:spMkLst>
            <pc:docMk/>
            <pc:sldMk cId="1631260291" sldId="256"/>
            <ac:spMk id="9" creationId="{56058779-05A6-2ABD-AD3B-C121B91971CE}"/>
          </ac:spMkLst>
        </pc:spChg>
        <pc:spChg chg="add mod">
          <ac:chgData name="Elja Meuter" userId="b1e1bb923a19bf75" providerId="LiveId" clId="{D71E6ABD-519B-41F0-9374-E926C1080144}" dt="2026-05-08T11:36:20.255" v="6634" actId="14100"/>
          <ac:spMkLst>
            <pc:docMk/>
            <pc:sldMk cId="1631260291" sldId="256"/>
            <ac:spMk id="9" creationId="{92C232B5-1E0E-ADAC-220A-118557C703BD}"/>
          </ac:spMkLst>
        </pc:spChg>
        <pc:spChg chg="add del mod">
          <ac:chgData name="Elja Meuter" userId="b1e1bb923a19bf75" providerId="LiveId" clId="{D71E6ABD-519B-41F0-9374-E926C1080144}" dt="2026-05-07T09:16:13.275" v="336" actId="478"/>
          <ac:spMkLst>
            <pc:docMk/>
            <pc:sldMk cId="1631260291" sldId="256"/>
            <ac:spMk id="10" creationId="{7A5187BE-9EFF-5951-3F4E-51F0DEAE75F0}"/>
          </ac:spMkLst>
        </pc:spChg>
        <pc:spChg chg="add del mod">
          <ac:chgData name="Elja Meuter" userId="b1e1bb923a19bf75" providerId="LiveId" clId="{D71E6ABD-519B-41F0-9374-E926C1080144}" dt="2026-05-07T09:05:40.130" v="274" actId="478"/>
          <ac:spMkLst>
            <pc:docMk/>
            <pc:sldMk cId="1631260291" sldId="256"/>
            <ac:spMk id="11" creationId="{8FB612DE-F6B6-6C02-3D2C-4DB379CF8060}"/>
          </ac:spMkLst>
        </pc:spChg>
        <pc:spChg chg="add del mod">
          <ac:chgData name="Elja Meuter" userId="b1e1bb923a19bf75" providerId="LiveId" clId="{D71E6ABD-519B-41F0-9374-E926C1080144}" dt="2026-05-07T09:05:09.012" v="264" actId="478"/>
          <ac:spMkLst>
            <pc:docMk/>
            <pc:sldMk cId="1631260291" sldId="256"/>
            <ac:spMk id="12" creationId="{2F78E24F-3E6C-FC22-1210-BC14CF541910}"/>
          </ac:spMkLst>
        </pc:spChg>
        <pc:spChg chg="add mod">
          <ac:chgData name="Elja Meuter" userId="b1e1bb923a19bf75" providerId="LiveId" clId="{D71E6ABD-519B-41F0-9374-E926C1080144}" dt="2026-05-08T10:57:53.808" v="5172" actId="114"/>
          <ac:spMkLst>
            <pc:docMk/>
            <pc:sldMk cId="1631260291" sldId="256"/>
            <ac:spMk id="12" creationId="{D360F485-59C6-689F-22F4-1828217D52C6}"/>
          </ac:spMkLst>
        </pc:spChg>
        <pc:spChg chg="add del mod">
          <ac:chgData name="Elja Meuter" userId="b1e1bb923a19bf75" providerId="LiveId" clId="{D71E6ABD-519B-41F0-9374-E926C1080144}" dt="2026-05-07T09:05:08.354" v="263" actId="478"/>
          <ac:spMkLst>
            <pc:docMk/>
            <pc:sldMk cId="1631260291" sldId="256"/>
            <ac:spMk id="13" creationId="{CC82503C-B980-31BF-98FB-0741203507D7}"/>
          </ac:spMkLst>
        </pc:spChg>
        <pc:spChg chg="add mod">
          <ac:chgData name="Elja Meuter" userId="b1e1bb923a19bf75" providerId="LiveId" clId="{D71E6ABD-519B-41F0-9374-E926C1080144}" dt="2026-05-08T11:04:40.694" v="5334" actId="1037"/>
          <ac:spMkLst>
            <pc:docMk/>
            <pc:sldMk cId="1631260291" sldId="256"/>
            <ac:spMk id="13" creationId="{ED759B63-C847-80C1-30B5-B6ED7A60C236}"/>
          </ac:spMkLst>
        </pc:spChg>
        <pc:spChg chg="add del mod">
          <ac:chgData name="Elja Meuter" userId="b1e1bb923a19bf75" providerId="LiveId" clId="{D71E6ABD-519B-41F0-9374-E926C1080144}" dt="2026-05-07T09:05:17.224" v="266" actId="478"/>
          <ac:spMkLst>
            <pc:docMk/>
            <pc:sldMk cId="1631260291" sldId="256"/>
            <ac:spMk id="14" creationId="{61EDEC39-4BBF-E6EF-C3E0-C7198745C896}"/>
          </ac:spMkLst>
        </pc:spChg>
        <pc:spChg chg="add del mod">
          <ac:chgData name="Elja Meuter" userId="b1e1bb923a19bf75" providerId="LiveId" clId="{D71E6ABD-519B-41F0-9374-E926C1080144}" dt="2026-05-07T09:05:33.444" v="271" actId="478"/>
          <ac:spMkLst>
            <pc:docMk/>
            <pc:sldMk cId="1631260291" sldId="256"/>
            <ac:spMk id="15" creationId="{095F54D1-AD4B-A788-2F6F-FCB750C80B5C}"/>
          </ac:spMkLst>
        </pc:spChg>
        <pc:spChg chg="add del mod">
          <ac:chgData name="Elja Meuter" userId="b1e1bb923a19bf75" providerId="LiveId" clId="{D71E6ABD-519B-41F0-9374-E926C1080144}" dt="2026-05-07T09:16:13.910" v="337" actId="478"/>
          <ac:spMkLst>
            <pc:docMk/>
            <pc:sldMk cId="1631260291" sldId="256"/>
            <ac:spMk id="16" creationId="{0BDF5A91-35A3-3A21-6E6C-207793FAED7F}"/>
          </ac:spMkLst>
        </pc:spChg>
        <pc:spChg chg="add">
          <ac:chgData name="Elja Meuter" userId="b1e1bb923a19bf75" providerId="LiveId" clId="{D71E6ABD-519B-41F0-9374-E926C1080144}" dt="2026-05-08T11:18:47.503" v="6044"/>
          <ac:spMkLst>
            <pc:docMk/>
            <pc:sldMk cId="1631260291" sldId="256"/>
            <ac:spMk id="17" creationId="{91BC7A39-E243-BF3E-4505-FF0A0A4832B8}"/>
          </ac:spMkLst>
        </pc:spChg>
        <pc:spChg chg="add del mod">
          <ac:chgData name="Elja Meuter" userId="b1e1bb923a19bf75" providerId="LiveId" clId="{D71E6ABD-519B-41F0-9374-E926C1080144}" dt="2026-05-07T09:06:00.064" v="280" actId="478"/>
          <ac:spMkLst>
            <pc:docMk/>
            <pc:sldMk cId="1631260291" sldId="256"/>
            <ac:spMk id="17" creationId="{AD1D85F2-B2DA-0202-C1D5-46D21CDA759D}"/>
          </ac:spMkLst>
        </pc:spChg>
        <pc:spChg chg="add">
          <ac:chgData name="Elja Meuter" userId="b1e1bb923a19bf75" providerId="LiveId" clId="{D71E6ABD-519B-41F0-9374-E926C1080144}" dt="2026-05-08T11:18:47.503" v="6044"/>
          <ac:spMkLst>
            <pc:docMk/>
            <pc:sldMk cId="1631260291" sldId="256"/>
            <ac:spMk id="18" creationId="{E8D2ACE0-108B-1E6B-154C-44405723FFF4}"/>
          </ac:spMkLst>
        </pc:spChg>
        <pc:spChg chg="add del mod">
          <ac:chgData name="Elja Meuter" userId="b1e1bb923a19bf75" providerId="LiveId" clId="{D71E6ABD-519B-41F0-9374-E926C1080144}" dt="2026-05-07T09:05:56.094" v="279" actId="478"/>
          <ac:spMkLst>
            <pc:docMk/>
            <pc:sldMk cId="1631260291" sldId="256"/>
            <ac:spMk id="18" creationId="{EC998D3C-1436-E5A9-6515-0274B9EFF8EA}"/>
          </ac:spMkLst>
        </pc:spChg>
        <pc:spChg chg="add del mod">
          <ac:chgData name="Elja Meuter" userId="b1e1bb923a19bf75" providerId="LiveId" clId="{D71E6ABD-519B-41F0-9374-E926C1080144}" dt="2026-05-07T09:16:14.903" v="338" actId="478"/>
          <ac:spMkLst>
            <pc:docMk/>
            <pc:sldMk cId="1631260291" sldId="256"/>
            <ac:spMk id="19" creationId="{E501B596-0483-0DAC-A7C8-CF49A7C42719}"/>
          </ac:spMkLst>
        </pc:spChg>
        <pc:spChg chg="add del mod">
          <ac:chgData name="Elja Meuter" userId="b1e1bb923a19bf75" providerId="LiveId" clId="{D71E6ABD-519B-41F0-9374-E926C1080144}" dt="2026-05-07T09:10:10.720" v="297" actId="478"/>
          <ac:spMkLst>
            <pc:docMk/>
            <pc:sldMk cId="1631260291" sldId="256"/>
            <ac:spMk id="20" creationId="{76EA7DC7-CA45-1B67-E490-1BA2C3875A5C}"/>
          </ac:spMkLst>
        </pc:spChg>
        <pc:spChg chg="add del mod">
          <ac:chgData name="Elja Meuter" userId="b1e1bb923a19bf75" providerId="LiveId" clId="{D71E6ABD-519B-41F0-9374-E926C1080144}" dt="2026-05-07T09:16:15.390" v="339" actId="478"/>
          <ac:spMkLst>
            <pc:docMk/>
            <pc:sldMk cId="1631260291" sldId="256"/>
            <ac:spMk id="21" creationId="{0A522345-DF64-6D0D-375A-DFB1FB150DFF}"/>
          </ac:spMkLst>
        </pc:spChg>
        <pc:spChg chg="add mod">
          <ac:chgData name="Elja Meuter" userId="b1e1bb923a19bf75" providerId="LiveId" clId="{D71E6ABD-519B-41F0-9374-E926C1080144}" dt="2026-05-08T11:30:48.943" v="6432" actId="13926"/>
          <ac:spMkLst>
            <pc:docMk/>
            <pc:sldMk cId="1631260291" sldId="256"/>
            <ac:spMk id="21" creationId="{3B83DCEF-94AB-AC46-83D6-D9A1370B6283}"/>
          </ac:spMkLst>
        </pc:spChg>
        <pc:spChg chg="add del mod">
          <ac:chgData name="Elja Meuter" userId="b1e1bb923a19bf75" providerId="LiveId" clId="{D71E6ABD-519B-41F0-9374-E926C1080144}" dt="2026-05-07T09:10:09.598" v="296" actId="478"/>
          <ac:spMkLst>
            <pc:docMk/>
            <pc:sldMk cId="1631260291" sldId="256"/>
            <ac:spMk id="22" creationId="{F8F838B8-E3B9-05F2-11B8-C74192335E71}"/>
          </ac:spMkLst>
        </pc:spChg>
        <pc:spChg chg="add mod">
          <ac:chgData name="Elja Meuter" userId="b1e1bb923a19bf75" providerId="LiveId" clId="{D71E6ABD-519B-41F0-9374-E926C1080144}" dt="2026-05-08T11:36:04.982" v="6633" actId="20577"/>
          <ac:spMkLst>
            <pc:docMk/>
            <pc:sldMk cId="1631260291" sldId="256"/>
            <ac:spMk id="22" creationId="{FF95607A-AB6C-1371-F2E6-5043AE7262D1}"/>
          </ac:spMkLst>
        </pc:spChg>
        <pc:spChg chg="add del mod">
          <ac:chgData name="Elja Meuter" userId="b1e1bb923a19bf75" providerId="LiveId" clId="{D71E6ABD-519B-41F0-9374-E926C1080144}" dt="2026-05-07T09:10:08.161" v="295" actId="478"/>
          <ac:spMkLst>
            <pc:docMk/>
            <pc:sldMk cId="1631260291" sldId="256"/>
            <ac:spMk id="23" creationId="{AD4AB98C-3605-7E86-4739-C90F41FC8200}"/>
          </ac:spMkLst>
        </pc:spChg>
        <pc:spChg chg="add del mod">
          <ac:chgData name="Elja Meuter" userId="b1e1bb923a19bf75" providerId="LiveId" clId="{D71E6ABD-519B-41F0-9374-E926C1080144}" dt="2026-05-07T09:10:08.161" v="295" actId="478"/>
          <ac:spMkLst>
            <pc:docMk/>
            <pc:sldMk cId="1631260291" sldId="256"/>
            <ac:spMk id="24" creationId="{D6D76861-4236-3FE5-5554-01B6C6552456}"/>
          </ac:spMkLst>
        </pc:spChg>
        <pc:spChg chg="add del mod">
          <ac:chgData name="Elja Meuter" userId="b1e1bb923a19bf75" providerId="LiveId" clId="{D71E6ABD-519B-41F0-9374-E926C1080144}" dt="2026-05-07T09:16:17.107" v="340" actId="478"/>
          <ac:spMkLst>
            <pc:docMk/>
            <pc:sldMk cId="1631260291" sldId="256"/>
            <ac:spMk id="25" creationId="{6B7BBB0D-F623-A7C2-4338-1B634BB6B565}"/>
          </ac:spMkLst>
        </pc:spChg>
        <pc:spChg chg="add del mod">
          <ac:chgData name="Elja Meuter" userId="b1e1bb923a19bf75" providerId="LiveId" clId="{D71E6ABD-519B-41F0-9374-E926C1080144}" dt="2026-05-07T09:16:17.789" v="341" actId="478"/>
          <ac:spMkLst>
            <pc:docMk/>
            <pc:sldMk cId="1631260291" sldId="256"/>
            <ac:spMk id="26" creationId="{45116B08-E08D-74B5-D2D1-ADBA78BD73B1}"/>
          </ac:spMkLst>
        </pc:spChg>
        <pc:spChg chg="add del mod">
          <ac:chgData name="Elja Meuter" userId="b1e1bb923a19bf75" providerId="LiveId" clId="{D71E6ABD-519B-41F0-9374-E926C1080144}" dt="2026-05-07T09:18:43.804" v="349" actId="478"/>
          <ac:spMkLst>
            <pc:docMk/>
            <pc:sldMk cId="1631260291" sldId="256"/>
            <ac:spMk id="27" creationId="{5A55AE5E-A045-D19D-70A7-1F1D999E3762}"/>
          </ac:spMkLst>
        </pc:spChg>
        <pc:spChg chg="add mod">
          <ac:chgData name="Elja Meuter" userId="b1e1bb923a19bf75" providerId="LiveId" clId="{D71E6ABD-519B-41F0-9374-E926C1080144}" dt="2026-05-07T09:11:19.105" v="304" actId="571"/>
          <ac:spMkLst>
            <pc:docMk/>
            <pc:sldMk cId="1631260291" sldId="256"/>
            <ac:spMk id="28" creationId="{0C0AD2E1-17B1-28EB-6BEB-C23E329355B0}"/>
          </ac:spMkLst>
        </pc:spChg>
        <pc:spChg chg="add mod">
          <ac:chgData name="Elja Meuter" userId="b1e1bb923a19bf75" providerId="LiveId" clId="{D71E6ABD-519B-41F0-9374-E926C1080144}" dt="2026-05-07T09:11:19.105" v="304" actId="571"/>
          <ac:spMkLst>
            <pc:docMk/>
            <pc:sldMk cId="1631260291" sldId="256"/>
            <ac:spMk id="29" creationId="{DB9FA672-7F2E-1C3B-530C-02D2EC46FFF7}"/>
          </ac:spMkLst>
        </pc:spChg>
        <pc:spChg chg="add mod">
          <ac:chgData name="Elja Meuter" userId="b1e1bb923a19bf75" providerId="LiveId" clId="{D71E6ABD-519B-41F0-9374-E926C1080144}" dt="2026-05-07T09:11:19.105" v="304" actId="571"/>
          <ac:spMkLst>
            <pc:docMk/>
            <pc:sldMk cId="1631260291" sldId="256"/>
            <ac:spMk id="30" creationId="{2A6C3993-41B0-4007-5CB6-FCFE40B2F553}"/>
          </ac:spMkLst>
        </pc:spChg>
        <pc:spChg chg="add mod">
          <ac:chgData name="Elja Meuter" userId="b1e1bb923a19bf75" providerId="LiveId" clId="{D71E6ABD-519B-41F0-9374-E926C1080144}" dt="2026-05-07T09:11:19.105" v="304" actId="571"/>
          <ac:spMkLst>
            <pc:docMk/>
            <pc:sldMk cId="1631260291" sldId="256"/>
            <ac:spMk id="31" creationId="{AD04B0B1-C722-3AFA-E6B5-5BC1CDCE1AA0}"/>
          </ac:spMkLst>
        </pc:spChg>
        <pc:spChg chg="add mod">
          <ac:chgData name="Elja Meuter" userId="b1e1bb923a19bf75" providerId="LiveId" clId="{D71E6ABD-519B-41F0-9374-E926C1080144}" dt="2026-05-07T09:11:19.105" v="304" actId="571"/>
          <ac:spMkLst>
            <pc:docMk/>
            <pc:sldMk cId="1631260291" sldId="256"/>
            <ac:spMk id="32" creationId="{EFB0059F-ADCB-2DEE-1488-D140F191728C}"/>
          </ac:spMkLst>
        </pc:spChg>
        <pc:spChg chg="add mod">
          <ac:chgData name="Elja Meuter" userId="b1e1bb923a19bf75" providerId="LiveId" clId="{D71E6ABD-519B-41F0-9374-E926C1080144}" dt="2026-05-07T09:11:19.105" v="304" actId="571"/>
          <ac:spMkLst>
            <pc:docMk/>
            <pc:sldMk cId="1631260291" sldId="256"/>
            <ac:spMk id="33" creationId="{C65251D8-F636-5CAA-A32F-CD53031B95FA}"/>
          </ac:spMkLst>
        </pc:spChg>
        <pc:spChg chg="add del mod">
          <ac:chgData name="Elja Meuter" userId="b1e1bb923a19bf75" providerId="LiveId" clId="{D71E6ABD-519B-41F0-9374-E926C1080144}" dt="2026-05-07T09:16:22.637" v="345" actId="478"/>
          <ac:spMkLst>
            <pc:docMk/>
            <pc:sldMk cId="1631260291" sldId="256"/>
            <ac:spMk id="37" creationId="{BF7B7061-5290-2416-071E-80FE6820F6D9}"/>
          </ac:spMkLst>
        </pc:spChg>
        <pc:spChg chg="add mod ord">
          <ac:chgData name="Elja Meuter" userId="b1e1bb923a19bf75" providerId="LiveId" clId="{D71E6ABD-519B-41F0-9374-E926C1080144}" dt="2026-05-08T11:36:30.877" v="6635" actId="1076"/>
          <ac:spMkLst>
            <pc:docMk/>
            <pc:sldMk cId="1631260291" sldId="256"/>
            <ac:spMk id="38" creationId="{B039DC59-8B27-C6AE-F950-07622A303ABE}"/>
          </ac:spMkLst>
        </pc:spChg>
        <pc:spChg chg="add mod ord">
          <ac:chgData name="Elja Meuter" userId="b1e1bb923a19bf75" providerId="LiveId" clId="{D71E6ABD-519B-41F0-9374-E926C1080144}" dt="2026-05-07T09:52:37.171" v="500" actId="208"/>
          <ac:spMkLst>
            <pc:docMk/>
            <pc:sldMk cId="1631260291" sldId="256"/>
            <ac:spMk id="39" creationId="{6078CAB3-5FA3-247D-A3F8-4A33EFC8D7C5}"/>
          </ac:spMkLst>
        </pc:spChg>
        <pc:spChg chg="add mod">
          <ac:chgData name="Elja Meuter" userId="b1e1bb923a19bf75" providerId="LiveId" clId="{D71E6ABD-519B-41F0-9374-E926C1080144}" dt="2026-05-07T09:44:35.020" v="387" actId="14100"/>
          <ac:spMkLst>
            <pc:docMk/>
            <pc:sldMk cId="1631260291" sldId="256"/>
            <ac:spMk id="40" creationId="{F27323A8-4E37-7C83-308C-B4A73170034C}"/>
          </ac:spMkLst>
        </pc:spChg>
        <pc:spChg chg="add mod">
          <ac:chgData name="Elja Meuter" userId="b1e1bb923a19bf75" providerId="LiveId" clId="{D71E6ABD-519B-41F0-9374-E926C1080144}" dt="2026-05-08T11:34:54.164" v="6614" actId="14100"/>
          <ac:spMkLst>
            <pc:docMk/>
            <pc:sldMk cId="1631260291" sldId="256"/>
            <ac:spMk id="41" creationId="{EBBD04DC-465B-1446-6DB1-EE54CD34F1F0}"/>
          </ac:spMkLst>
        </pc:spChg>
        <pc:spChg chg="add del mod">
          <ac:chgData name="Elja Meuter" userId="b1e1bb923a19bf75" providerId="LiveId" clId="{D71E6ABD-519B-41F0-9374-E926C1080144}" dt="2026-05-07T09:48:42.437" v="423" actId="478"/>
          <ac:spMkLst>
            <pc:docMk/>
            <pc:sldMk cId="1631260291" sldId="256"/>
            <ac:spMk id="42" creationId="{0577801B-6692-73F1-EDCB-2717A84203E4}"/>
          </ac:spMkLst>
        </pc:spChg>
        <pc:spChg chg="add mod">
          <ac:chgData name="Elja Meuter" userId="b1e1bb923a19bf75" providerId="LiveId" clId="{D71E6ABD-519B-41F0-9374-E926C1080144}" dt="2026-05-08T08:05:05.862" v="1421" actId="14838"/>
          <ac:spMkLst>
            <pc:docMk/>
            <pc:sldMk cId="1631260291" sldId="256"/>
            <ac:spMk id="43" creationId="{03457626-FDEA-D7AF-4DE0-5E7B18C81CB1}"/>
          </ac:spMkLst>
        </pc:spChg>
        <pc:spChg chg="add mod">
          <ac:chgData name="Elja Meuter" userId="b1e1bb923a19bf75" providerId="LiveId" clId="{D71E6ABD-519B-41F0-9374-E926C1080144}" dt="2026-05-08T11:01:44.828" v="5199" actId="20577"/>
          <ac:spMkLst>
            <pc:docMk/>
            <pc:sldMk cId="1631260291" sldId="256"/>
            <ac:spMk id="45" creationId="{694D2F0C-11F7-33A7-CDD9-1BBD334156B6}"/>
          </ac:spMkLst>
        </pc:spChg>
        <pc:spChg chg="add del">
          <ac:chgData name="Elja Meuter" userId="b1e1bb923a19bf75" providerId="LiveId" clId="{D71E6ABD-519B-41F0-9374-E926C1080144}" dt="2026-05-07T09:52:55.468" v="502" actId="478"/>
          <ac:spMkLst>
            <pc:docMk/>
            <pc:sldMk cId="1631260291" sldId="256"/>
            <ac:spMk id="46" creationId="{3376E0A0-4787-EF91-3389-B3F344956ABD}"/>
          </ac:spMkLst>
        </pc:spChg>
        <pc:spChg chg="add mod">
          <ac:chgData name="Elja Meuter" userId="b1e1bb923a19bf75" providerId="LiveId" clId="{D71E6ABD-519B-41F0-9374-E926C1080144}" dt="2026-05-08T11:03:41.170" v="5272" actId="1076"/>
          <ac:spMkLst>
            <pc:docMk/>
            <pc:sldMk cId="1631260291" sldId="256"/>
            <ac:spMk id="47" creationId="{5C947FBF-1ECA-BFC4-9160-8E6DDA7EBFF4}"/>
          </ac:spMkLst>
        </pc:spChg>
        <pc:spChg chg="add mod">
          <ac:chgData name="Elja Meuter" userId="b1e1bb923a19bf75" providerId="LiveId" clId="{D71E6ABD-519B-41F0-9374-E926C1080144}" dt="2026-05-08T10:54:18.419" v="4819" actId="113"/>
          <ac:spMkLst>
            <pc:docMk/>
            <pc:sldMk cId="1631260291" sldId="256"/>
            <ac:spMk id="49" creationId="{88C5AEBA-A112-FD1B-09E6-C2287DC238E3}"/>
          </ac:spMkLst>
        </pc:spChg>
        <pc:spChg chg="add del mod">
          <ac:chgData name="Elja Meuter" userId="b1e1bb923a19bf75" providerId="LiveId" clId="{D71E6ABD-519B-41F0-9374-E926C1080144}" dt="2026-05-07T10:00:25.209" v="659" actId="478"/>
          <ac:spMkLst>
            <pc:docMk/>
            <pc:sldMk cId="1631260291" sldId="256"/>
            <ac:spMk id="50" creationId="{B855CB36-98B4-4AF9-930C-8B7EF19C7230}"/>
          </ac:spMkLst>
        </pc:spChg>
        <pc:spChg chg="add mod">
          <ac:chgData name="Elja Meuter" userId="b1e1bb923a19bf75" providerId="LiveId" clId="{D71E6ABD-519B-41F0-9374-E926C1080144}" dt="2026-05-08T10:58:02.902" v="5174" actId="20577"/>
          <ac:spMkLst>
            <pc:docMk/>
            <pc:sldMk cId="1631260291" sldId="256"/>
            <ac:spMk id="51" creationId="{2B0218E8-BF5D-8A0F-E683-278157EA5EF5}"/>
          </ac:spMkLst>
        </pc:spChg>
        <pc:spChg chg="add del mod">
          <ac:chgData name="Elja Meuter" userId="b1e1bb923a19bf75" providerId="LiveId" clId="{D71E6ABD-519B-41F0-9374-E926C1080144}" dt="2026-05-08T07:33:23.059" v="1157" actId="478"/>
          <ac:spMkLst>
            <pc:docMk/>
            <pc:sldMk cId="1631260291" sldId="256"/>
            <ac:spMk id="53" creationId="{47361790-65B1-EF35-D6E0-B992131E361D}"/>
          </ac:spMkLst>
        </pc:spChg>
        <pc:spChg chg="add del mod">
          <ac:chgData name="Elja Meuter" userId="b1e1bb923a19bf75" providerId="LiveId" clId="{D71E6ABD-519B-41F0-9374-E926C1080144}" dt="2026-05-08T07:33:21.498" v="1156" actId="478"/>
          <ac:spMkLst>
            <pc:docMk/>
            <pc:sldMk cId="1631260291" sldId="256"/>
            <ac:spMk id="54" creationId="{061FBA88-9B85-7C0A-8589-7CA0D4823493}"/>
          </ac:spMkLst>
        </pc:spChg>
        <pc:spChg chg="add del mod">
          <ac:chgData name="Elja Meuter" userId="b1e1bb923a19bf75" providerId="LiveId" clId="{D71E6ABD-519B-41F0-9374-E926C1080144}" dt="2026-05-08T10:56:12.245" v="5051" actId="478"/>
          <ac:spMkLst>
            <pc:docMk/>
            <pc:sldMk cId="1631260291" sldId="256"/>
            <ac:spMk id="63" creationId="{2C912F5D-5391-F209-150B-ADAAFE16EC84}"/>
          </ac:spMkLst>
        </pc:spChg>
        <pc:spChg chg="add del mod">
          <ac:chgData name="Elja Meuter" userId="b1e1bb923a19bf75" providerId="LiveId" clId="{D71E6ABD-519B-41F0-9374-E926C1080144}" dt="2026-05-08T10:56:13.088" v="5052" actId="478"/>
          <ac:spMkLst>
            <pc:docMk/>
            <pc:sldMk cId="1631260291" sldId="256"/>
            <ac:spMk id="65" creationId="{9BC3DF23-ABA9-3560-6B4F-4E58DF71A7C9}"/>
          </ac:spMkLst>
        </pc:spChg>
        <pc:spChg chg="add del">
          <ac:chgData name="Elja Meuter" userId="b1e1bb923a19bf75" providerId="LiveId" clId="{D71E6ABD-519B-41F0-9374-E926C1080144}" dt="2026-05-07T10:09:12.795" v="803" actId="22"/>
          <ac:spMkLst>
            <pc:docMk/>
            <pc:sldMk cId="1631260291" sldId="256"/>
            <ac:spMk id="67" creationId="{9EA017B1-BF3E-7C63-8A5A-24D27FE92977}"/>
          </ac:spMkLst>
        </pc:spChg>
        <pc:spChg chg="add del">
          <ac:chgData name="Elja Meuter" userId="b1e1bb923a19bf75" providerId="LiveId" clId="{D71E6ABD-519B-41F0-9374-E926C1080144}" dt="2026-05-07T10:09:15.695" v="807" actId="22"/>
          <ac:spMkLst>
            <pc:docMk/>
            <pc:sldMk cId="1631260291" sldId="256"/>
            <ac:spMk id="69" creationId="{CDC73B51-FF25-FDA5-6D6A-F59FAB08F368}"/>
          </ac:spMkLst>
        </pc:spChg>
        <pc:spChg chg="add del mod">
          <ac:chgData name="Elja Meuter" userId="b1e1bb923a19bf75" providerId="LiveId" clId="{D71E6ABD-519B-41F0-9374-E926C1080144}" dt="2026-05-08T10:49:18.900" v="4766" actId="478"/>
          <ac:spMkLst>
            <pc:docMk/>
            <pc:sldMk cId="1631260291" sldId="256"/>
            <ac:spMk id="71" creationId="{36193B9C-EF72-39A1-224E-313C6ADCB025}"/>
          </ac:spMkLst>
        </pc:spChg>
        <pc:spChg chg="add mod">
          <ac:chgData name="Elja Meuter" userId="b1e1bb923a19bf75" providerId="LiveId" clId="{D71E6ABD-519B-41F0-9374-E926C1080144}" dt="2026-05-08T11:14:48.548" v="5844" actId="14100"/>
          <ac:spMkLst>
            <pc:docMk/>
            <pc:sldMk cId="1631260291" sldId="256"/>
            <ac:spMk id="72" creationId="{ACF80A8F-DEC9-6010-BB3D-BD6774C81B3E}"/>
          </ac:spMkLst>
        </pc:spChg>
        <pc:spChg chg="add del mod">
          <ac:chgData name="Elja Meuter" userId="b1e1bb923a19bf75" providerId="LiveId" clId="{D71E6ABD-519B-41F0-9374-E926C1080144}" dt="2026-05-08T11:31:16.251" v="6455" actId="13926"/>
          <ac:spMkLst>
            <pc:docMk/>
            <pc:sldMk cId="1631260291" sldId="256"/>
            <ac:spMk id="81" creationId="{B443C48D-509F-9554-A716-3712A4A284E5}"/>
          </ac:spMkLst>
        </pc:spChg>
        <pc:spChg chg="add mod">
          <ac:chgData name="Elja Meuter" userId="b1e1bb923a19bf75" providerId="LiveId" clId="{D71E6ABD-519B-41F0-9374-E926C1080144}" dt="2026-05-08T11:26:40.850" v="6255" actId="14100"/>
          <ac:spMkLst>
            <pc:docMk/>
            <pc:sldMk cId="1631260291" sldId="256"/>
            <ac:spMk id="82" creationId="{EDBEE8A4-9524-7B70-8E91-5870476C097D}"/>
          </ac:spMkLst>
        </pc:spChg>
        <pc:spChg chg="add del mod">
          <ac:chgData name="Elja Meuter" userId="b1e1bb923a19bf75" providerId="LiveId" clId="{D71E6ABD-519B-41F0-9374-E926C1080144}" dt="2026-05-07T10:35:54.918" v="1136" actId="478"/>
          <ac:spMkLst>
            <pc:docMk/>
            <pc:sldMk cId="1631260291" sldId="256"/>
            <ac:spMk id="93" creationId="{C19A7772-3FC0-17FD-E747-EADF51FE4D74}"/>
          </ac:spMkLst>
        </pc:spChg>
        <pc:spChg chg="add del mod">
          <ac:chgData name="Elja Meuter" userId="b1e1bb923a19bf75" providerId="LiveId" clId="{D71E6ABD-519B-41F0-9374-E926C1080144}" dt="2026-05-07T10:34:03.911" v="1022" actId="478"/>
          <ac:spMkLst>
            <pc:docMk/>
            <pc:sldMk cId="1631260291" sldId="256"/>
            <ac:spMk id="94" creationId="{DD5DB8C8-1DD1-B759-1188-E96F01E950BF}"/>
          </ac:spMkLst>
        </pc:spChg>
        <pc:spChg chg="add del mod">
          <ac:chgData name="Elja Meuter" userId="b1e1bb923a19bf75" providerId="LiveId" clId="{D71E6ABD-519B-41F0-9374-E926C1080144}" dt="2026-05-07T10:33:59.427" v="1020" actId="478"/>
          <ac:spMkLst>
            <pc:docMk/>
            <pc:sldMk cId="1631260291" sldId="256"/>
            <ac:spMk id="95" creationId="{7C4F6FAC-366D-9CB8-F6F4-B15B4772F97C}"/>
          </ac:spMkLst>
        </pc:spChg>
        <pc:spChg chg="add del mod">
          <ac:chgData name="Elja Meuter" userId="b1e1bb923a19bf75" providerId="LiveId" clId="{D71E6ABD-519B-41F0-9374-E926C1080144}" dt="2026-05-07T10:32:48.265" v="1009" actId="478"/>
          <ac:spMkLst>
            <pc:docMk/>
            <pc:sldMk cId="1631260291" sldId="256"/>
            <ac:spMk id="97" creationId="{2D0E1E43-68B3-F91C-4E29-87D51BF84564}"/>
          </ac:spMkLst>
        </pc:spChg>
        <pc:spChg chg="add del mod">
          <ac:chgData name="Elja Meuter" userId="b1e1bb923a19bf75" providerId="LiveId" clId="{D71E6ABD-519B-41F0-9374-E926C1080144}" dt="2026-05-07T10:34:10.483" v="1025" actId="21"/>
          <ac:spMkLst>
            <pc:docMk/>
            <pc:sldMk cId="1631260291" sldId="256"/>
            <ac:spMk id="98" creationId="{359E7A30-A2FC-92B2-BD1D-73BF9B35D02D}"/>
          </ac:spMkLst>
        </pc:spChg>
        <pc:spChg chg="add del mod">
          <ac:chgData name="Elja Meuter" userId="b1e1bb923a19bf75" providerId="LiveId" clId="{D71E6ABD-519B-41F0-9374-E926C1080144}" dt="2026-05-07T10:34:14.094" v="1028" actId="478"/>
          <ac:spMkLst>
            <pc:docMk/>
            <pc:sldMk cId="1631260291" sldId="256"/>
            <ac:spMk id="99" creationId="{359E7A30-A2FC-92B2-BD1D-73BF9B35D02D}"/>
          </ac:spMkLst>
        </pc:spChg>
        <pc:spChg chg="add mod">
          <ac:chgData name="Elja Meuter" userId="b1e1bb923a19bf75" providerId="LiveId" clId="{D71E6ABD-519B-41F0-9374-E926C1080144}" dt="2026-05-07T10:34:16.053" v="1030"/>
          <ac:spMkLst>
            <pc:docMk/>
            <pc:sldMk cId="1631260291" sldId="256"/>
            <ac:spMk id="100" creationId="{0FD3BF07-E511-3D56-C988-43D9833F9047}"/>
          </ac:spMkLst>
        </pc:spChg>
        <pc:graphicFrameChg chg="add mod modGraphic">
          <ac:chgData name="Elja Meuter" userId="b1e1bb923a19bf75" providerId="LiveId" clId="{D71E6ABD-519B-41F0-9374-E926C1080144}" dt="2026-05-08T10:49:39.125" v="4769" actId="1076"/>
          <ac:graphicFrameMkLst>
            <pc:docMk/>
            <pc:sldMk cId="1631260291" sldId="256"/>
            <ac:graphicFrameMk id="2" creationId="{676EC7A9-7BA9-3282-F812-BF1EB6A556C5}"/>
          </ac:graphicFrameMkLst>
        </pc:graphicFrameChg>
        <pc:graphicFrameChg chg="add mod modGraphic">
          <ac:chgData name="Elja Meuter" userId="b1e1bb923a19bf75" providerId="LiveId" clId="{D71E6ABD-519B-41F0-9374-E926C1080144}" dt="2026-05-08T11:48:58.714" v="6638"/>
          <ac:graphicFrameMkLst>
            <pc:docMk/>
            <pc:sldMk cId="1631260291" sldId="256"/>
            <ac:graphicFrameMk id="16" creationId="{94399FEF-B43E-87CD-14AE-705E86E62D60}"/>
          </ac:graphicFrameMkLst>
        </pc:graphicFrameChg>
        <pc:graphicFrameChg chg="add del mod modGraphic">
          <ac:chgData name="Elja Meuter" userId="b1e1bb923a19bf75" providerId="LiveId" clId="{D71E6ABD-519B-41F0-9374-E926C1080144}" dt="2026-05-08T11:02:48.810" v="5205" actId="478"/>
          <ac:graphicFrameMkLst>
            <pc:docMk/>
            <pc:sldMk cId="1631260291" sldId="256"/>
            <ac:graphicFrameMk id="101" creationId="{23617CF8-AE7A-F11F-E520-ACA04202B980}"/>
          </ac:graphicFrameMkLst>
        </pc:graphicFrameChg>
        <pc:picChg chg="add del mod">
          <ac:chgData name="Elja Meuter" userId="b1e1bb923a19bf75" providerId="LiveId" clId="{D71E6ABD-519B-41F0-9374-E926C1080144}" dt="2026-05-07T08:49:51.576" v="9" actId="478"/>
          <ac:picMkLst>
            <pc:docMk/>
            <pc:sldMk cId="1631260291" sldId="256"/>
            <ac:picMk id="5" creationId="{8319828D-5FA9-1DE4-1145-57619734B0B5}"/>
          </ac:picMkLst>
        </pc:picChg>
        <pc:picChg chg="add mod">
          <ac:chgData name="Elja Meuter" userId="b1e1bb923a19bf75" providerId="LiveId" clId="{D71E6ABD-519B-41F0-9374-E926C1080144}" dt="2026-05-08T10:50:59.647" v="4785" actId="1076"/>
          <ac:picMkLst>
            <pc:docMk/>
            <pc:sldMk cId="1631260291" sldId="256"/>
            <ac:picMk id="11" creationId="{13091CF6-D939-61E3-B772-F2B2A691074B}"/>
          </ac:picMkLst>
        </pc:picChg>
        <pc:picChg chg="add mod">
          <ac:chgData name="Elja Meuter" userId="b1e1bb923a19bf75" providerId="LiveId" clId="{D71E6ABD-519B-41F0-9374-E926C1080144}" dt="2026-05-08T11:07:05.910" v="5371" actId="2085"/>
          <ac:picMkLst>
            <pc:docMk/>
            <pc:sldMk cId="1631260291" sldId="256"/>
            <ac:picMk id="15" creationId="{B4A26CA4-34CA-DED0-A2B6-609667DB6946}"/>
          </ac:picMkLst>
        </pc:picChg>
        <pc:picChg chg="add mod">
          <ac:chgData name="Elja Meuter" userId="b1e1bb923a19bf75" providerId="LiveId" clId="{D71E6ABD-519B-41F0-9374-E926C1080144}" dt="2026-05-08T11:25:57.218" v="6227"/>
          <ac:picMkLst>
            <pc:docMk/>
            <pc:sldMk cId="1631260291" sldId="256"/>
            <ac:picMk id="20" creationId="{CBC2D1EC-58A7-8E38-5A62-5F95B4794C0D}"/>
          </ac:picMkLst>
        </pc:picChg>
        <pc:picChg chg="add del mod">
          <ac:chgData name="Elja Meuter" userId="b1e1bb923a19bf75" providerId="LiveId" clId="{D71E6ABD-519B-41F0-9374-E926C1080144}" dt="2026-05-07T09:15:01.481" v="331" actId="478"/>
          <ac:picMkLst>
            <pc:docMk/>
            <pc:sldMk cId="1631260291" sldId="256"/>
            <ac:picMk id="35" creationId="{E98422AE-F68C-EED4-22F4-A9D31B607686}"/>
          </ac:picMkLst>
        </pc:picChg>
        <pc:picChg chg="add del mod">
          <ac:chgData name="Elja Meuter" userId="b1e1bb923a19bf75" providerId="LiveId" clId="{D71E6ABD-519B-41F0-9374-E926C1080144}" dt="2026-05-08T10:56:13.753" v="5053" actId="478"/>
          <ac:picMkLst>
            <pc:docMk/>
            <pc:sldMk cId="1631260291" sldId="256"/>
            <ac:picMk id="56" creationId="{76AE9E88-558E-E553-2E62-6DBD4EA0FCE8}"/>
          </ac:picMkLst>
        </pc:picChg>
        <pc:picChg chg="add del mod">
          <ac:chgData name="Elja Meuter" userId="b1e1bb923a19bf75" providerId="LiveId" clId="{D71E6ABD-519B-41F0-9374-E926C1080144}" dt="2026-05-08T10:56:10.625" v="5049" actId="478"/>
          <ac:picMkLst>
            <pc:docMk/>
            <pc:sldMk cId="1631260291" sldId="256"/>
            <ac:picMk id="57" creationId="{55C750EC-8611-1050-7724-8103C1983811}"/>
          </ac:picMkLst>
        </pc:picChg>
        <pc:picChg chg="add del mod">
          <ac:chgData name="Elja Meuter" userId="b1e1bb923a19bf75" providerId="LiveId" clId="{D71E6ABD-519B-41F0-9374-E926C1080144}" dt="2026-05-08T10:56:10.093" v="5048" actId="478"/>
          <ac:picMkLst>
            <pc:docMk/>
            <pc:sldMk cId="1631260291" sldId="256"/>
            <ac:picMk id="58" creationId="{1D47253D-E385-7BEC-7E52-EC845CE86AC2}"/>
          </ac:picMkLst>
        </pc:picChg>
        <pc:picChg chg="add mod">
          <ac:chgData name="Elja Meuter" userId="b1e1bb923a19bf75" providerId="LiveId" clId="{D71E6ABD-519B-41F0-9374-E926C1080144}" dt="2026-05-07T10:05:31.885" v="777" actId="1076"/>
          <ac:picMkLst>
            <pc:docMk/>
            <pc:sldMk cId="1631260291" sldId="256"/>
            <ac:picMk id="60" creationId="{5150007C-28FD-51EE-56C4-EBBCCF8B9ABB}"/>
          </ac:picMkLst>
        </pc:picChg>
        <pc:picChg chg="add del mod">
          <ac:chgData name="Elja Meuter" userId="b1e1bb923a19bf75" providerId="LiveId" clId="{D71E6ABD-519B-41F0-9374-E926C1080144}" dt="2026-05-07T10:07:39.457" v="791" actId="478"/>
          <ac:picMkLst>
            <pc:docMk/>
            <pc:sldMk cId="1631260291" sldId="256"/>
            <ac:picMk id="62" creationId="{A33F03B0-96AB-4C6E-E8DD-27567F96A253}"/>
          </ac:picMkLst>
        </pc:picChg>
        <pc:picChg chg="add mod">
          <ac:chgData name="Elja Meuter" userId="b1e1bb923a19bf75" providerId="LiveId" clId="{D71E6ABD-519B-41F0-9374-E926C1080144}" dt="2026-05-07T10:07:41.719" v="792"/>
          <ac:picMkLst>
            <pc:docMk/>
            <pc:sldMk cId="1631260291" sldId="256"/>
            <ac:picMk id="64" creationId="{3AFB7544-330A-19DB-1954-E8C6A2D2488E}"/>
          </ac:picMkLst>
        </pc:picChg>
        <pc:picChg chg="add del mod">
          <ac:chgData name="Elja Meuter" userId="b1e1bb923a19bf75" providerId="LiveId" clId="{D71E6ABD-519B-41F0-9374-E926C1080144}" dt="2026-05-07T10:17:36.269" v="880" actId="478"/>
          <ac:picMkLst>
            <pc:docMk/>
            <pc:sldMk cId="1631260291" sldId="256"/>
            <ac:picMk id="74" creationId="{DD591278-FF65-152E-D799-729C1731324F}"/>
          </ac:picMkLst>
        </pc:picChg>
        <pc:picChg chg="add del mod">
          <ac:chgData name="Elja Meuter" userId="b1e1bb923a19bf75" providerId="LiveId" clId="{D71E6ABD-519B-41F0-9374-E926C1080144}" dt="2026-05-07T10:17:38.445" v="881" actId="478"/>
          <ac:picMkLst>
            <pc:docMk/>
            <pc:sldMk cId="1631260291" sldId="256"/>
            <ac:picMk id="76" creationId="{4887D88A-7E1D-14A8-95B5-1CBF15836131}"/>
          </ac:picMkLst>
        </pc:picChg>
        <pc:picChg chg="add mod">
          <ac:chgData name="Elja Meuter" userId="b1e1bb923a19bf75" providerId="LiveId" clId="{D71E6ABD-519B-41F0-9374-E926C1080144}" dt="2026-05-07T10:21:58.665" v="893" actId="1076"/>
          <ac:picMkLst>
            <pc:docMk/>
            <pc:sldMk cId="1631260291" sldId="256"/>
            <ac:picMk id="78" creationId="{AF9EC857-6227-96BD-313C-075378A6C686}"/>
          </ac:picMkLst>
        </pc:picChg>
        <pc:picChg chg="add mod">
          <ac:chgData name="Elja Meuter" userId="b1e1bb923a19bf75" providerId="LiveId" clId="{D71E6ABD-519B-41F0-9374-E926C1080144}" dt="2026-05-07T10:21:46.749" v="890" actId="1076"/>
          <ac:picMkLst>
            <pc:docMk/>
            <pc:sldMk cId="1631260291" sldId="256"/>
            <ac:picMk id="80" creationId="{0DB3880F-BF4C-8765-F6CB-814C186106FE}"/>
          </ac:picMkLst>
        </pc:picChg>
        <pc:picChg chg="add del mod">
          <ac:chgData name="Elja Meuter" userId="b1e1bb923a19bf75" providerId="LiveId" clId="{D71E6ABD-519B-41F0-9374-E926C1080144}" dt="2026-05-08T11:02:45.052" v="5201" actId="478"/>
          <ac:picMkLst>
            <pc:docMk/>
            <pc:sldMk cId="1631260291" sldId="256"/>
            <ac:picMk id="84" creationId="{27D84D37-AC03-5422-C3CF-E6F5F99C1D04}"/>
          </ac:picMkLst>
        </pc:picChg>
        <pc:picChg chg="add del mod">
          <ac:chgData name="Elja Meuter" userId="b1e1bb923a19bf75" providerId="LiveId" clId="{D71E6ABD-519B-41F0-9374-E926C1080144}" dt="2026-05-08T11:02:46.271" v="5203" actId="478"/>
          <ac:picMkLst>
            <pc:docMk/>
            <pc:sldMk cId="1631260291" sldId="256"/>
            <ac:picMk id="86" creationId="{4EEEF0B6-6628-1BAB-C502-0CFE824B2DD2}"/>
          </ac:picMkLst>
        </pc:picChg>
        <pc:picChg chg="add del mod">
          <ac:chgData name="Elja Meuter" userId="b1e1bb923a19bf75" providerId="LiveId" clId="{D71E6ABD-519B-41F0-9374-E926C1080144}" dt="2026-05-08T11:02:45.508" v="5202" actId="478"/>
          <ac:picMkLst>
            <pc:docMk/>
            <pc:sldMk cId="1631260291" sldId="256"/>
            <ac:picMk id="88" creationId="{66D3FBED-8A81-CB38-AA5E-C38706955960}"/>
          </ac:picMkLst>
        </pc:picChg>
        <pc:picChg chg="add del mod">
          <ac:chgData name="Elja Meuter" userId="b1e1bb923a19bf75" providerId="LiveId" clId="{D71E6ABD-519B-41F0-9374-E926C1080144}" dt="2026-05-08T11:02:47.059" v="5204" actId="478"/>
          <ac:picMkLst>
            <pc:docMk/>
            <pc:sldMk cId="1631260291" sldId="256"/>
            <ac:picMk id="90" creationId="{4EAAEBAB-9CD3-05C1-8A7F-C5CB8DF9CAA3}"/>
          </ac:picMkLst>
        </pc:picChg>
        <pc:picChg chg="add del mod">
          <ac:chgData name="Elja Meuter" userId="b1e1bb923a19bf75" providerId="LiveId" clId="{D71E6ABD-519B-41F0-9374-E926C1080144}" dt="2026-05-07T10:29:40.754" v="970" actId="478"/>
          <ac:picMkLst>
            <pc:docMk/>
            <pc:sldMk cId="1631260291" sldId="256"/>
            <ac:picMk id="92" creationId="{65C9FBD3-3492-EDF5-4525-CB3A75388545}"/>
          </ac:picMkLst>
        </pc:picChg>
        <pc:picChg chg="add del mod">
          <ac:chgData name="Elja Meuter" userId="b1e1bb923a19bf75" providerId="LiveId" clId="{D71E6ABD-519B-41F0-9374-E926C1080144}" dt="2026-05-08T08:12:53.611" v="2010" actId="478"/>
          <ac:picMkLst>
            <pc:docMk/>
            <pc:sldMk cId="1631260291" sldId="256"/>
            <ac:picMk id="1026" creationId="{6A9FC70C-DB32-A7B6-2190-C0F420B36ED7}"/>
          </ac:picMkLst>
        </pc:picChg>
        <pc:picChg chg="add del mod">
          <ac:chgData name="Elja Meuter" userId="b1e1bb923a19bf75" providerId="LiveId" clId="{D71E6ABD-519B-41F0-9374-E926C1080144}" dt="2026-05-08T10:47:52.818" v="4712" actId="478"/>
          <ac:picMkLst>
            <pc:docMk/>
            <pc:sldMk cId="1631260291" sldId="256"/>
            <ac:picMk id="1028" creationId="{E25ABFCA-68EE-DD17-9AC5-67A7EF7DE42A}"/>
          </ac:picMkLst>
        </pc:picChg>
      </pc:sldChg>
      <pc:sldChg chg="addSp delSp modSp new mod setBg">
        <pc:chgData name="Elja Meuter" userId="b1e1bb923a19bf75" providerId="LiveId" clId="{D71E6ABD-519B-41F0-9374-E926C1080144}" dt="2026-05-08T10:46:33.016" v="4709" actId="478"/>
        <pc:sldMkLst>
          <pc:docMk/>
          <pc:sldMk cId="2186843353" sldId="257"/>
        </pc:sldMkLst>
        <pc:spChg chg="del">
          <ac:chgData name="Elja Meuter" userId="b1e1bb923a19bf75" providerId="LiveId" clId="{D71E6ABD-519B-41F0-9374-E926C1080144}" dt="2026-05-08T08:52:41.595" v="2303" actId="478"/>
          <ac:spMkLst>
            <pc:docMk/>
            <pc:sldMk cId="2186843353" sldId="257"/>
            <ac:spMk id="2" creationId="{9DEDDC56-72DE-9A0E-6C82-0756E021BE21}"/>
          </ac:spMkLst>
        </pc:spChg>
        <pc:spChg chg="del">
          <ac:chgData name="Elja Meuter" userId="b1e1bb923a19bf75" providerId="LiveId" clId="{D71E6ABD-519B-41F0-9374-E926C1080144}" dt="2026-05-08T08:52:40.166" v="2302" actId="478"/>
          <ac:spMkLst>
            <pc:docMk/>
            <pc:sldMk cId="2186843353" sldId="257"/>
            <ac:spMk id="3" creationId="{1263F9DC-6951-8FE4-404A-C2CF66FC3176}"/>
          </ac:spMkLst>
        </pc:spChg>
        <pc:spChg chg="add mod">
          <ac:chgData name="Elja Meuter" userId="b1e1bb923a19bf75" providerId="LiveId" clId="{D71E6ABD-519B-41F0-9374-E926C1080144}" dt="2026-05-08T09:03:27.649" v="2334" actId="255"/>
          <ac:spMkLst>
            <pc:docMk/>
            <pc:sldMk cId="2186843353" sldId="257"/>
            <ac:spMk id="8" creationId="{85AFCE52-AA20-65E4-75EA-C26D04474F23}"/>
          </ac:spMkLst>
        </pc:spChg>
        <pc:spChg chg="add mod">
          <ac:chgData name="Elja Meuter" userId="b1e1bb923a19bf75" providerId="LiveId" clId="{D71E6ABD-519B-41F0-9374-E926C1080144}" dt="2026-05-08T09:07:07.679" v="2379" actId="2711"/>
          <ac:spMkLst>
            <pc:docMk/>
            <pc:sldMk cId="2186843353" sldId="257"/>
            <ac:spMk id="14" creationId="{4E06CA77-7501-8ED4-002D-010C948AFBBE}"/>
          </ac:spMkLst>
        </pc:spChg>
        <pc:spChg chg="add del">
          <ac:chgData name="Elja Meuter" userId="b1e1bb923a19bf75" providerId="LiveId" clId="{D71E6ABD-519B-41F0-9374-E926C1080144}" dt="2026-05-08T09:05:22.865" v="2360" actId="478"/>
          <ac:spMkLst>
            <pc:docMk/>
            <pc:sldMk cId="2186843353" sldId="257"/>
            <ac:spMk id="22" creationId="{AFE3A3D3-19AF-9651-469E-D06AB4F41921}"/>
          </ac:spMkLst>
        </pc:spChg>
        <pc:spChg chg="add mod">
          <ac:chgData name="Elja Meuter" userId="b1e1bb923a19bf75" providerId="LiveId" clId="{D71E6ABD-519B-41F0-9374-E926C1080144}" dt="2026-05-08T09:06:09.048" v="2368" actId="14100"/>
          <ac:spMkLst>
            <pc:docMk/>
            <pc:sldMk cId="2186843353" sldId="257"/>
            <ac:spMk id="23" creationId="{D9FE6FCA-263E-862F-66C4-FF73BF2EF71A}"/>
          </ac:spMkLst>
        </pc:spChg>
        <pc:spChg chg="add mod">
          <ac:chgData name="Elja Meuter" userId="b1e1bb923a19bf75" providerId="LiveId" clId="{D71E6ABD-519B-41F0-9374-E926C1080144}" dt="2026-05-08T09:07:20.040" v="2383" actId="1076"/>
          <ac:spMkLst>
            <pc:docMk/>
            <pc:sldMk cId="2186843353" sldId="257"/>
            <ac:spMk id="29" creationId="{A0BD08E6-D519-C1CB-4ACA-91E7AD124543}"/>
          </ac:spMkLst>
        </pc:spChg>
        <pc:spChg chg="add mod">
          <ac:chgData name="Elja Meuter" userId="b1e1bb923a19bf75" providerId="LiveId" clId="{D71E6ABD-519B-41F0-9374-E926C1080144}" dt="2026-05-08T09:07:47.077" v="2390" actId="14100"/>
          <ac:spMkLst>
            <pc:docMk/>
            <pc:sldMk cId="2186843353" sldId="257"/>
            <ac:spMk id="30" creationId="{634C14ED-B5EE-8D5B-329E-9BDBDBB1AD52}"/>
          </ac:spMkLst>
        </pc:spChg>
        <pc:spChg chg="add del mod">
          <ac:chgData name="Elja Meuter" userId="b1e1bb923a19bf75" providerId="LiveId" clId="{D71E6ABD-519B-41F0-9374-E926C1080144}" dt="2026-05-08T10:36:59.955" v="2766" actId="478"/>
          <ac:spMkLst>
            <pc:docMk/>
            <pc:sldMk cId="2186843353" sldId="257"/>
            <ac:spMk id="52" creationId="{EE35AE9A-A8FB-7D1F-1CB0-C92AC07A5CBD}"/>
          </ac:spMkLst>
        </pc:spChg>
        <pc:spChg chg="add mod">
          <ac:chgData name="Elja Meuter" userId="b1e1bb923a19bf75" providerId="LiveId" clId="{D71E6ABD-519B-41F0-9374-E926C1080144}" dt="2026-05-08T10:40:29.588" v="4304" actId="20577"/>
          <ac:spMkLst>
            <pc:docMk/>
            <pc:sldMk cId="2186843353" sldId="257"/>
            <ac:spMk id="54" creationId="{34E55918-9772-624D-5A3A-B37BBCDD4F41}"/>
          </ac:spMkLst>
        </pc:spChg>
        <pc:spChg chg="add mod">
          <ac:chgData name="Elja Meuter" userId="b1e1bb923a19bf75" providerId="LiveId" clId="{D71E6ABD-519B-41F0-9374-E926C1080144}" dt="2026-05-08T10:42:40.173" v="4698" actId="1076"/>
          <ac:spMkLst>
            <pc:docMk/>
            <pc:sldMk cId="2186843353" sldId="257"/>
            <ac:spMk id="63" creationId="{AA6BA66F-DF54-05BF-BEC5-DF76BC519531}"/>
          </ac:spMkLst>
        </pc:spChg>
        <pc:spChg chg="add mod">
          <ac:chgData name="Elja Meuter" userId="b1e1bb923a19bf75" providerId="LiveId" clId="{D71E6ABD-519B-41F0-9374-E926C1080144}" dt="2026-05-08T10:42:47.148" v="4700" actId="1076"/>
          <ac:spMkLst>
            <pc:docMk/>
            <pc:sldMk cId="2186843353" sldId="257"/>
            <ac:spMk id="64" creationId="{BCC29D93-05B3-BD5E-E45E-879A94F323A2}"/>
          </ac:spMkLst>
        </pc:spChg>
        <pc:spChg chg="add mod">
          <ac:chgData name="Elja Meuter" userId="b1e1bb923a19bf75" providerId="LiveId" clId="{D71E6ABD-519B-41F0-9374-E926C1080144}" dt="2026-05-08T10:43:04.773" v="4702" actId="1076"/>
          <ac:spMkLst>
            <pc:docMk/>
            <pc:sldMk cId="2186843353" sldId="257"/>
            <ac:spMk id="65" creationId="{F2BB584C-BE1A-2A08-F76E-F36EA500710B}"/>
          </ac:spMkLst>
        </pc:spChg>
        <pc:spChg chg="add mod">
          <ac:chgData name="Elja Meuter" userId="b1e1bb923a19bf75" providerId="LiveId" clId="{D71E6ABD-519B-41F0-9374-E926C1080144}" dt="2026-05-08T10:42:40.829" v="4699"/>
          <ac:spMkLst>
            <pc:docMk/>
            <pc:sldMk cId="2186843353" sldId="257"/>
            <ac:spMk id="71" creationId="{EE50CE82-3619-24AC-5817-18ADCF71A8EC}"/>
          </ac:spMkLst>
        </pc:spChg>
        <pc:spChg chg="add mod">
          <ac:chgData name="Elja Meuter" userId="b1e1bb923a19bf75" providerId="LiveId" clId="{D71E6ABD-519B-41F0-9374-E926C1080144}" dt="2026-05-08T10:42:52.781" v="4701"/>
          <ac:spMkLst>
            <pc:docMk/>
            <pc:sldMk cId="2186843353" sldId="257"/>
            <ac:spMk id="72" creationId="{87631583-FB75-8D7F-7321-29DB59534077}"/>
          </ac:spMkLst>
        </pc:spChg>
        <pc:spChg chg="add mod">
          <ac:chgData name="Elja Meuter" userId="b1e1bb923a19bf75" providerId="LiveId" clId="{D71E6ABD-519B-41F0-9374-E926C1080144}" dt="2026-05-08T10:43:06.490" v="4703"/>
          <ac:spMkLst>
            <pc:docMk/>
            <pc:sldMk cId="2186843353" sldId="257"/>
            <ac:spMk id="73" creationId="{2AF25CCD-3C10-D452-C2FE-D36EFF95E171}"/>
          </ac:spMkLst>
        </pc:spChg>
        <pc:spChg chg="add mod">
          <ac:chgData name="Elja Meuter" userId="b1e1bb923a19bf75" providerId="LiveId" clId="{D71E6ABD-519B-41F0-9374-E926C1080144}" dt="2026-05-08T10:43:15.129" v="4705" actId="1076"/>
          <ac:spMkLst>
            <pc:docMk/>
            <pc:sldMk cId="2186843353" sldId="257"/>
            <ac:spMk id="74" creationId="{81131CF8-8A06-98FB-E567-DB4FE3E42191}"/>
          </ac:spMkLst>
        </pc:spChg>
        <pc:picChg chg="add del mod">
          <ac:chgData name="Elja Meuter" userId="b1e1bb923a19bf75" providerId="LiveId" clId="{D71E6ABD-519B-41F0-9374-E926C1080144}" dt="2026-05-08T09:01:55.502" v="2308" actId="478"/>
          <ac:picMkLst>
            <pc:docMk/>
            <pc:sldMk cId="2186843353" sldId="257"/>
            <ac:picMk id="5" creationId="{D4CFE580-8199-6737-DCB9-4E2B756A600E}"/>
          </ac:picMkLst>
        </pc:picChg>
        <pc:picChg chg="add mod ord">
          <ac:chgData name="Elja Meuter" userId="b1e1bb923a19bf75" providerId="LiveId" clId="{D71E6ABD-519B-41F0-9374-E926C1080144}" dt="2026-05-08T10:44:07.551" v="4706" actId="14826"/>
          <ac:picMkLst>
            <pc:docMk/>
            <pc:sldMk cId="2186843353" sldId="257"/>
            <ac:picMk id="7" creationId="{4304281B-3135-C707-BC13-6B27CC430568}"/>
          </ac:picMkLst>
        </pc:picChg>
        <pc:picChg chg="add del mod">
          <ac:chgData name="Elja Meuter" userId="b1e1bb923a19bf75" providerId="LiveId" clId="{D71E6ABD-519B-41F0-9374-E926C1080144}" dt="2026-05-08T10:28:32.426" v="2619" actId="478"/>
          <ac:picMkLst>
            <pc:docMk/>
            <pc:sldMk cId="2186843353" sldId="257"/>
            <ac:picMk id="47" creationId="{2A71FEF0-474E-8912-E98C-FC433A730E0A}"/>
          </ac:picMkLst>
        </pc:picChg>
        <pc:picChg chg="add del">
          <ac:chgData name="Elja Meuter" userId="b1e1bb923a19bf75" providerId="LiveId" clId="{D71E6ABD-519B-41F0-9374-E926C1080144}" dt="2026-05-08T10:32:05.416" v="2624" actId="478"/>
          <ac:picMkLst>
            <pc:docMk/>
            <pc:sldMk cId="2186843353" sldId="257"/>
            <ac:picMk id="49" creationId="{23E03F3B-CEE1-D679-1393-F788EBF28D6D}"/>
          </ac:picMkLst>
        </pc:picChg>
        <pc:picChg chg="add del mod">
          <ac:chgData name="Elja Meuter" userId="b1e1bb923a19bf75" providerId="LiveId" clId="{D71E6ABD-519B-41F0-9374-E926C1080144}" dt="2026-05-08T10:46:33.016" v="4709" actId="478"/>
          <ac:picMkLst>
            <pc:docMk/>
            <pc:sldMk cId="2186843353" sldId="257"/>
            <ac:picMk id="76" creationId="{198DE613-4D2E-3122-215F-B6A8158FE16E}"/>
          </ac:picMkLst>
        </pc:picChg>
        <pc:cxnChg chg="add mod">
          <ac:chgData name="Elja Meuter" userId="b1e1bb923a19bf75" providerId="LiveId" clId="{D71E6ABD-519B-41F0-9374-E926C1080144}" dt="2026-05-08T09:06:39.604" v="2373" actId="14100"/>
          <ac:cxnSpMkLst>
            <pc:docMk/>
            <pc:sldMk cId="2186843353" sldId="257"/>
            <ac:cxnSpMk id="10" creationId="{051725AC-CBBE-1E4B-7760-C69C6CE2E8DD}"/>
          </ac:cxnSpMkLst>
        </pc:cxnChg>
        <pc:cxnChg chg="add mod">
          <ac:chgData name="Elja Meuter" userId="b1e1bb923a19bf75" providerId="LiveId" clId="{D71E6ABD-519B-41F0-9374-E926C1080144}" dt="2026-05-08T09:03:46.167" v="2344" actId="208"/>
          <ac:cxnSpMkLst>
            <pc:docMk/>
            <pc:sldMk cId="2186843353" sldId="257"/>
            <ac:cxnSpMk id="16" creationId="{9C8A5358-7ABD-21DC-9886-278E6C02BC43}"/>
          </ac:cxnSpMkLst>
        </pc:cxnChg>
        <pc:cxnChg chg="add mod">
          <ac:chgData name="Elja Meuter" userId="b1e1bb923a19bf75" providerId="LiveId" clId="{D71E6ABD-519B-41F0-9374-E926C1080144}" dt="2026-05-08T09:04:03.036" v="2346" actId="208"/>
          <ac:cxnSpMkLst>
            <pc:docMk/>
            <pc:sldMk cId="2186843353" sldId="257"/>
            <ac:cxnSpMk id="18" creationId="{18764832-1912-1D85-1F63-74005731255E}"/>
          </ac:cxnSpMkLst>
        </pc:cxnChg>
        <pc:cxnChg chg="add mod">
          <ac:chgData name="Elja Meuter" userId="b1e1bb923a19bf75" providerId="LiveId" clId="{D71E6ABD-519B-41F0-9374-E926C1080144}" dt="2026-05-08T09:09:29.349" v="2432" actId="1036"/>
          <ac:cxnSpMkLst>
            <pc:docMk/>
            <pc:sldMk cId="2186843353" sldId="257"/>
            <ac:cxnSpMk id="19" creationId="{9D3D5616-029C-D54B-89C2-898AA7FF57C0}"/>
          </ac:cxnSpMkLst>
        </pc:cxnChg>
        <pc:cxnChg chg="add mod">
          <ac:chgData name="Elja Meuter" userId="b1e1bb923a19bf75" providerId="LiveId" clId="{D71E6ABD-519B-41F0-9374-E926C1080144}" dt="2026-05-08T09:05:01.396" v="2358" actId="1076"/>
          <ac:cxnSpMkLst>
            <pc:docMk/>
            <pc:sldMk cId="2186843353" sldId="257"/>
            <ac:cxnSpMk id="20" creationId="{B176CB05-C59F-C74C-001E-DB5475385FE0}"/>
          </ac:cxnSpMkLst>
        </pc:cxnChg>
        <pc:cxnChg chg="add del mod">
          <ac:chgData name="Elja Meuter" userId="b1e1bb923a19bf75" providerId="LiveId" clId="{D71E6ABD-519B-41F0-9374-E926C1080144}" dt="2026-05-08T09:08:12.531" v="2395" actId="478"/>
          <ac:cxnSpMkLst>
            <pc:docMk/>
            <pc:sldMk cId="2186843353" sldId="257"/>
            <ac:cxnSpMk id="31" creationId="{E501FAF8-0BF2-13B1-8483-4BFAEEA4A815}"/>
          </ac:cxnSpMkLst>
        </pc:cxnChg>
        <pc:cxnChg chg="add mod">
          <ac:chgData name="Elja Meuter" userId="b1e1bb923a19bf75" providerId="LiveId" clId="{D71E6ABD-519B-41F0-9374-E926C1080144}" dt="2026-05-08T09:08:33.662" v="2402" actId="1076"/>
          <ac:cxnSpMkLst>
            <pc:docMk/>
            <pc:sldMk cId="2186843353" sldId="257"/>
            <ac:cxnSpMk id="33" creationId="{784D4F3F-3C93-A392-2BA1-9764CADD2401}"/>
          </ac:cxnSpMkLst>
        </pc:cxnChg>
        <pc:cxnChg chg="add mod">
          <ac:chgData name="Elja Meuter" userId="b1e1bb923a19bf75" providerId="LiveId" clId="{D71E6ABD-519B-41F0-9374-E926C1080144}" dt="2026-05-08T09:09:01.694" v="2412" actId="1037"/>
          <ac:cxnSpMkLst>
            <pc:docMk/>
            <pc:sldMk cId="2186843353" sldId="257"/>
            <ac:cxnSpMk id="35" creationId="{FD51E976-DEB6-0AE9-BB1A-24C02050D198}"/>
          </ac:cxnSpMkLst>
        </pc:cxnChg>
        <pc:cxnChg chg="add mod">
          <ac:chgData name="Elja Meuter" userId="b1e1bb923a19bf75" providerId="LiveId" clId="{D71E6ABD-519B-41F0-9374-E926C1080144}" dt="2026-05-08T09:09:23.210" v="2424" actId="1038"/>
          <ac:cxnSpMkLst>
            <pc:docMk/>
            <pc:sldMk cId="2186843353" sldId="257"/>
            <ac:cxnSpMk id="38" creationId="{009FFED2-9CD6-DB65-C851-EFD84D3C5F06}"/>
          </ac:cxnSpMkLst>
        </pc:cxnChg>
        <pc:cxnChg chg="add mod">
          <ac:chgData name="Elja Meuter" userId="b1e1bb923a19bf75" providerId="LiveId" clId="{D71E6ABD-519B-41F0-9374-E926C1080144}" dt="2026-05-08T09:09:58.483" v="2475" actId="1036"/>
          <ac:cxnSpMkLst>
            <pc:docMk/>
            <pc:sldMk cId="2186843353" sldId="257"/>
            <ac:cxnSpMk id="40" creationId="{9C8B600D-2D2F-7FE2-9A14-629F80865A2C}"/>
          </ac:cxnSpMkLst>
        </pc:cxnChg>
        <pc:cxnChg chg="add mod">
          <ac:chgData name="Elja Meuter" userId="b1e1bb923a19bf75" providerId="LiveId" clId="{D71E6ABD-519B-41F0-9374-E926C1080144}" dt="2026-05-08T10:41:07.572" v="4473" actId="1038"/>
          <ac:cxnSpMkLst>
            <pc:docMk/>
            <pc:sldMk cId="2186843353" sldId="257"/>
            <ac:cxnSpMk id="43" creationId="{F9691BBF-0A7D-21E8-C94E-064F3F5306EA}"/>
          </ac:cxnSpMkLst>
        </pc:cxnChg>
        <pc:cxnChg chg="add mod">
          <ac:chgData name="Elja Meuter" userId="b1e1bb923a19bf75" providerId="LiveId" clId="{D71E6ABD-519B-41F0-9374-E926C1080144}" dt="2026-05-08T10:41:07.572" v="4473" actId="1038"/>
          <ac:cxnSpMkLst>
            <pc:docMk/>
            <pc:sldMk cId="2186843353" sldId="257"/>
            <ac:cxnSpMk id="45" creationId="{EBFA4EE4-E4CA-E1FA-AACF-0274585176C2}"/>
          </ac:cxnSpMkLst>
        </pc:cxnChg>
        <pc:cxnChg chg="add del mod">
          <ac:chgData name="Elja Meuter" userId="b1e1bb923a19bf75" providerId="LiveId" clId="{D71E6ABD-519B-41F0-9374-E926C1080144}" dt="2026-05-08T10:36:58.007" v="2765" actId="478"/>
          <ac:cxnSpMkLst>
            <pc:docMk/>
            <pc:sldMk cId="2186843353" sldId="257"/>
            <ac:cxnSpMk id="51" creationId="{03936B5A-F362-0C3B-792D-32D41F57D675}"/>
          </ac:cxnSpMkLst>
        </pc:cxnChg>
        <pc:cxnChg chg="add mod">
          <ac:chgData name="Elja Meuter" userId="b1e1bb923a19bf75" providerId="LiveId" clId="{D71E6ABD-519B-41F0-9374-E926C1080144}" dt="2026-05-08T10:38:40.442" v="3209" actId="1038"/>
          <ac:cxnSpMkLst>
            <pc:docMk/>
            <pc:sldMk cId="2186843353" sldId="257"/>
            <ac:cxnSpMk id="53" creationId="{1158B826-28A5-9B95-D59C-29F14446F0E4}"/>
          </ac:cxnSpMkLst>
        </pc:cxnChg>
        <pc:cxnChg chg="add del mod">
          <ac:chgData name="Elja Meuter" userId="b1e1bb923a19bf75" providerId="LiveId" clId="{D71E6ABD-519B-41F0-9374-E926C1080144}" dt="2026-05-08T10:40:36.029" v="4306" actId="478"/>
          <ac:cxnSpMkLst>
            <pc:docMk/>
            <pc:sldMk cId="2186843353" sldId="257"/>
            <ac:cxnSpMk id="56" creationId="{C1CBE310-2684-C1A2-08EA-A7D7F899D319}"/>
          </ac:cxnSpMkLst>
        </pc:cxnChg>
        <pc:cxnChg chg="add del mod">
          <ac:chgData name="Elja Meuter" userId="b1e1bb923a19bf75" providerId="LiveId" clId="{D71E6ABD-519B-41F0-9374-E926C1080144}" dt="2026-05-08T10:38:30.182" v="3066" actId="478"/>
          <ac:cxnSpMkLst>
            <pc:docMk/>
            <pc:sldMk cId="2186843353" sldId="257"/>
            <ac:cxnSpMk id="57" creationId="{E1681320-DA72-3434-DDD6-4736F9C0ECCC}"/>
          </ac:cxnSpMkLst>
        </pc:cxnChg>
        <pc:cxnChg chg="add del mod">
          <ac:chgData name="Elja Meuter" userId="b1e1bb923a19bf75" providerId="LiveId" clId="{D71E6ABD-519B-41F0-9374-E926C1080144}" dt="2026-05-08T10:40:37.437" v="4307" actId="478"/>
          <ac:cxnSpMkLst>
            <pc:docMk/>
            <pc:sldMk cId="2186843353" sldId="257"/>
            <ac:cxnSpMk id="58" creationId="{DA43FF93-6F8F-F883-138B-E07F09039AE5}"/>
          </ac:cxnSpMkLst>
        </pc:cxnChg>
        <pc:cxnChg chg="add del mod">
          <ac:chgData name="Elja Meuter" userId="b1e1bb923a19bf75" providerId="LiveId" clId="{D71E6ABD-519B-41F0-9374-E926C1080144}" dt="2026-05-08T10:39:53.437" v="4015" actId="478"/>
          <ac:cxnSpMkLst>
            <pc:docMk/>
            <pc:sldMk cId="2186843353" sldId="257"/>
            <ac:cxnSpMk id="59" creationId="{54D3407E-586A-3A92-27F9-DFEEE971AF8A}"/>
          </ac:cxnSpMkLst>
        </pc:cxnChg>
        <pc:cxnChg chg="add mod">
          <ac:chgData name="Elja Meuter" userId="b1e1bb923a19bf75" providerId="LiveId" clId="{D71E6ABD-519B-41F0-9374-E926C1080144}" dt="2026-05-08T10:39:28.435" v="3877" actId="1038"/>
          <ac:cxnSpMkLst>
            <pc:docMk/>
            <pc:sldMk cId="2186843353" sldId="257"/>
            <ac:cxnSpMk id="60" creationId="{4C97FC76-7C0C-8ACC-8666-79E911D50C7A}"/>
          </ac:cxnSpMkLst>
        </pc:cxnChg>
        <pc:cxnChg chg="add mod">
          <ac:chgData name="Elja Meuter" userId="b1e1bb923a19bf75" providerId="LiveId" clId="{D71E6ABD-519B-41F0-9374-E926C1080144}" dt="2026-05-08T10:39:25.509" v="3876" actId="1037"/>
          <ac:cxnSpMkLst>
            <pc:docMk/>
            <pc:sldMk cId="2186843353" sldId="257"/>
            <ac:cxnSpMk id="61" creationId="{BD7FC2C3-1CFE-97C7-ACEF-0D557276DD52}"/>
          </ac:cxnSpMkLst>
        </pc:cxnChg>
        <pc:cxnChg chg="add mod">
          <ac:chgData name="Elja Meuter" userId="b1e1bb923a19bf75" providerId="LiveId" clId="{D71E6ABD-519B-41F0-9374-E926C1080144}" dt="2026-05-08T10:39:30.588" v="3878"/>
          <ac:cxnSpMkLst>
            <pc:docMk/>
            <pc:sldMk cId="2186843353" sldId="257"/>
            <ac:cxnSpMk id="62" creationId="{EAFAF692-1870-8EF0-43F5-A5729E1E70C4}"/>
          </ac:cxnSpMkLst>
        </pc:cxnChg>
        <pc:cxnChg chg="add mod ord">
          <ac:chgData name="Elja Meuter" userId="b1e1bb923a19bf75" providerId="LiveId" clId="{D71E6ABD-519B-41F0-9374-E926C1080144}" dt="2026-05-08T10:41:37.173" v="4579" actId="171"/>
          <ac:cxnSpMkLst>
            <pc:docMk/>
            <pc:sldMk cId="2186843353" sldId="257"/>
            <ac:cxnSpMk id="66" creationId="{09B97CA8-1793-3F0D-CE2C-7F232A328B2A}"/>
          </ac:cxnSpMkLst>
        </pc:cxnChg>
        <pc:cxnChg chg="add mod">
          <ac:chgData name="Elja Meuter" userId="b1e1bb923a19bf75" providerId="LiveId" clId="{D71E6ABD-519B-41F0-9374-E926C1080144}" dt="2026-05-08T10:41:10.402" v="4474"/>
          <ac:cxnSpMkLst>
            <pc:docMk/>
            <pc:sldMk cId="2186843353" sldId="257"/>
            <ac:cxnSpMk id="67" creationId="{94EE9366-6BCC-721B-C34F-8E953ADD305C}"/>
          </ac:cxnSpMkLst>
        </pc:cxnChg>
        <pc:cxnChg chg="add mod ord">
          <ac:chgData name="Elja Meuter" userId="b1e1bb923a19bf75" providerId="LiveId" clId="{D71E6ABD-519B-41F0-9374-E926C1080144}" dt="2026-05-08T10:41:59.934" v="4693" actId="1038"/>
          <ac:cxnSpMkLst>
            <pc:docMk/>
            <pc:sldMk cId="2186843353" sldId="257"/>
            <ac:cxnSpMk id="68" creationId="{9B690BEC-1B0C-E5A4-05B8-B6C3178477C0}"/>
          </ac:cxnSpMkLst>
        </pc:cxnChg>
        <pc:cxnChg chg="add mod">
          <ac:chgData name="Elja Meuter" userId="b1e1bb923a19bf75" providerId="LiveId" clId="{D71E6ABD-519B-41F0-9374-E926C1080144}" dt="2026-05-08T10:42:01.335" v="4694"/>
          <ac:cxnSpMkLst>
            <pc:docMk/>
            <pc:sldMk cId="2186843353" sldId="257"/>
            <ac:cxnSpMk id="69" creationId="{56B8AB43-0250-EE3A-3D2B-49E9B17C19C7}"/>
          </ac:cxnSpMkLst>
        </pc:cxnChg>
        <pc:cxnChg chg="add mod">
          <ac:chgData name="Elja Meuter" userId="b1e1bb923a19bf75" providerId="LiveId" clId="{D71E6ABD-519B-41F0-9374-E926C1080144}" dt="2026-05-08T10:42:31.964" v="4696"/>
          <ac:cxnSpMkLst>
            <pc:docMk/>
            <pc:sldMk cId="2186843353" sldId="257"/>
            <ac:cxnSpMk id="70" creationId="{F88A660E-8114-065E-70AF-BD1CDA9D71F1}"/>
          </ac:cxnSpMkLst>
        </pc:cxnChg>
      </pc:sldChg>
      <pc:sldChg chg="add">
        <pc:chgData name="Elja Meuter" userId="b1e1bb923a19bf75" providerId="LiveId" clId="{D71E6ABD-519B-41F0-9374-E926C1080144}" dt="2026-05-08T11:02:38.659" v="5200" actId="2890"/>
        <pc:sldMkLst>
          <pc:docMk/>
          <pc:sldMk cId="411031185" sldId="25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54765"/>
            <a:ext cx="18176081" cy="10540259"/>
          </a:xfrm>
        </p:spPr>
        <p:txBody>
          <a:bodyPr anchor="b"/>
          <a:lstStyle>
            <a:lvl1pPr algn="ctr">
              <a:defRPr sz="14031"/>
            </a:lvl1pPr>
          </a:lstStyle>
          <a:p>
            <a:r>
              <a:rPr lang="de-DE"/>
              <a:t>Mastertitelformat bearbeiten</a:t>
            </a:r>
            <a:endParaRPr lang="en-US" dirty="0"/>
          </a:p>
        </p:txBody>
      </p:sp>
      <p:sp>
        <p:nvSpPr>
          <p:cNvPr id="3" name="Subtitle 2"/>
          <p:cNvSpPr>
            <a:spLocks noGrp="1"/>
          </p:cNvSpPr>
          <p:nvPr>
            <p:ph type="subTitle" idx="1"/>
          </p:nvPr>
        </p:nvSpPr>
        <p:spPr>
          <a:xfrm>
            <a:off x="2672953" y="15901497"/>
            <a:ext cx="16037719" cy="7309499"/>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A1915611-89FC-422F-9E33-70C527C3BC07}"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496AA-A241-456D-9BED-07627A88E3ED}" type="slidenum">
              <a:rPr lang="en-US" smtClean="0"/>
              <a:t>‹Nr.›</a:t>
            </a:fld>
            <a:endParaRPr lang="en-US"/>
          </a:p>
        </p:txBody>
      </p:sp>
    </p:spTree>
    <p:extLst>
      <p:ext uri="{BB962C8B-B14F-4D97-AF65-F5344CB8AC3E}">
        <p14:creationId xmlns:p14="http://schemas.microsoft.com/office/powerpoint/2010/main" val="4160766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A1915611-89FC-422F-9E33-70C527C3BC07}"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496AA-A241-456D-9BED-07627A88E3ED}" type="slidenum">
              <a:rPr lang="en-US" smtClean="0"/>
              <a:t>‹Nr.›</a:t>
            </a:fld>
            <a:endParaRPr lang="en-US"/>
          </a:p>
        </p:txBody>
      </p:sp>
    </p:spTree>
    <p:extLst>
      <p:ext uri="{BB962C8B-B14F-4D97-AF65-F5344CB8AC3E}">
        <p14:creationId xmlns:p14="http://schemas.microsoft.com/office/powerpoint/2010/main" val="134240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458988" y="7547788"/>
            <a:ext cx="18443377" cy="12593645"/>
          </a:xfrm>
        </p:spPr>
        <p:txBody>
          <a:bodyPr anchor="b"/>
          <a:lstStyle>
            <a:lvl1pPr>
              <a:defRPr sz="14031"/>
            </a:lvl1pPr>
          </a:lstStyle>
          <a:p>
            <a:r>
              <a:rPr lang="de-DE"/>
              <a:t>Mastertitelformat bearbeiten</a:t>
            </a:r>
            <a:endParaRPr lang="en-US" dirty="0"/>
          </a:p>
        </p:txBody>
      </p:sp>
      <p:sp>
        <p:nvSpPr>
          <p:cNvPr id="3" name="Text Placeholder 2"/>
          <p:cNvSpPr>
            <a:spLocks noGrp="1"/>
          </p:cNvSpPr>
          <p:nvPr>
            <p:ph type="body" idx="1"/>
          </p:nvPr>
        </p:nvSpPr>
        <p:spPr>
          <a:xfrm>
            <a:off x="1458988" y="20260574"/>
            <a:ext cx="18443377" cy="6622701"/>
          </a:xfrm>
        </p:spPr>
        <p:txBody>
          <a:bodyPr/>
          <a:lstStyle>
            <a:lvl1pPr marL="0" indent="0">
              <a:buNone/>
              <a:defRPr sz="5612">
                <a:solidFill>
                  <a:schemeClr val="tx1">
                    <a:tint val="82000"/>
                  </a:schemeClr>
                </a:solidFill>
              </a:defRPr>
            </a:lvl1pPr>
            <a:lvl2pPr marL="1069162" indent="0">
              <a:buNone/>
              <a:defRPr sz="4677">
                <a:solidFill>
                  <a:schemeClr val="tx1">
                    <a:tint val="82000"/>
                  </a:schemeClr>
                </a:solidFill>
              </a:defRPr>
            </a:lvl2pPr>
            <a:lvl3pPr marL="2138324" indent="0">
              <a:buNone/>
              <a:defRPr sz="4209">
                <a:solidFill>
                  <a:schemeClr val="tx1">
                    <a:tint val="82000"/>
                  </a:schemeClr>
                </a:solidFill>
              </a:defRPr>
            </a:lvl3pPr>
            <a:lvl4pPr marL="3207487" indent="0">
              <a:buNone/>
              <a:defRPr sz="3742">
                <a:solidFill>
                  <a:schemeClr val="tx1">
                    <a:tint val="82000"/>
                  </a:schemeClr>
                </a:solidFill>
              </a:defRPr>
            </a:lvl4pPr>
            <a:lvl5pPr marL="4276649" indent="0">
              <a:buNone/>
              <a:defRPr sz="3742">
                <a:solidFill>
                  <a:schemeClr val="tx1">
                    <a:tint val="82000"/>
                  </a:schemeClr>
                </a:solidFill>
              </a:defRPr>
            </a:lvl5pPr>
            <a:lvl6pPr marL="5345811" indent="0">
              <a:buNone/>
              <a:defRPr sz="3742">
                <a:solidFill>
                  <a:schemeClr val="tx1">
                    <a:tint val="82000"/>
                  </a:schemeClr>
                </a:solidFill>
              </a:defRPr>
            </a:lvl6pPr>
            <a:lvl7pPr marL="6414973" indent="0">
              <a:buNone/>
              <a:defRPr sz="3742">
                <a:solidFill>
                  <a:schemeClr val="tx1">
                    <a:tint val="82000"/>
                  </a:schemeClr>
                </a:solidFill>
              </a:defRPr>
            </a:lvl7pPr>
            <a:lvl8pPr marL="7484135" indent="0">
              <a:buNone/>
              <a:defRPr sz="3742">
                <a:solidFill>
                  <a:schemeClr val="tx1">
                    <a:tint val="82000"/>
                  </a:schemeClr>
                </a:solidFill>
              </a:defRPr>
            </a:lvl8pPr>
            <a:lvl9pPr marL="8553298" indent="0">
              <a:buNone/>
              <a:defRPr sz="3742">
                <a:solidFill>
                  <a:schemeClr val="tx1">
                    <a:tint val="82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A1915611-89FC-422F-9E33-70C527C3BC07}"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496AA-A241-456D-9BED-07627A88E3ED}" type="slidenum">
              <a:rPr lang="en-US" smtClean="0"/>
              <a:t>‹Nr.›</a:t>
            </a:fld>
            <a:endParaRPr lang="en-US"/>
          </a:p>
        </p:txBody>
      </p:sp>
    </p:spTree>
    <p:extLst>
      <p:ext uri="{BB962C8B-B14F-4D97-AF65-F5344CB8AC3E}">
        <p14:creationId xmlns:p14="http://schemas.microsoft.com/office/powerpoint/2010/main" val="3813888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1470124" y="8059374"/>
            <a:ext cx="9088041" cy="1920934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10825460" y="8059374"/>
            <a:ext cx="9088041" cy="1920934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A1915611-89FC-422F-9E33-70C527C3BC07}"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D496AA-A241-456D-9BED-07627A88E3ED}" type="slidenum">
              <a:rPr lang="en-US" smtClean="0"/>
              <a:t>‹Nr.›</a:t>
            </a:fld>
            <a:endParaRPr lang="en-US"/>
          </a:p>
        </p:txBody>
      </p:sp>
    </p:spTree>
    <p:extLst>
      <p:ext uri="{BB962C8B-B14F-4D97-AF65-F5344CB8AC3E}">
        <p14:creationId xmlns:p14="http://schemas.microsoft.com/office/powerpoint/2010/main" val="2291842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1472909" y="1611882"/>
            <a:ext cx="18443377" cy="5851808"/>
          </a:xfrm>
        </p:spPr>
        <p:txBody>
          <a:bodyPr/>
          <a:lstStyle/>
          <a:p>
            <a:r>
              <a:rPr lang="de-DE"/>
              <a:t>Mastertitelformat bearbeiten</a:t>
            </a:r>
            <a:endParaRPr lang="en-US" dirty="0"/>
          </a:p>
        </p:txBody>
      </p:sp>
      <p:sp>
        <p:nvSpPr>
          <p:cNvPr id="3" name="Text Placeholder 2"/>
          <p:cNvSpPr>
            <a:spLocks noGrp="1"/>
          </p:cNvSpPr>
          <p:nvPr>
            <p:ph type="body" idx="1"/>
          </p:nvPr>
        </p:nvSpPr>
        <p:spPr>
          <a:xfrm>
            <a:off x="1472912" y="7421634"/>
            <a:ext cx="9046274"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de-DE"/>
              <a:t>Mastertextformat bearbeiten</a:t>
            </a:r>
          </a:p>
        </p:txBody>
      </p:sp>
      <p:sp>
        <p:nvSpPr>
          <p:cNvPr id="4" name="Content Placeholder 3"/>
          <p:cNvSpPr>
            <a:spLocks noGrp="1"/>
          </p:cNvSpPr>
          <p:nvPr>
            <p:ph sz="half" idx="2"/>
          </p:nvPr>
        </p:nvSpPr>
        <p:spPr>
          <a:xfrm>
            <a:off x="1472912" y="11058863"/>
            <a:ext cx="9046274" cy="1626592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10825461" y="7421634"/>
            <a:ext cx="9090826"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de-DE"/>
              <a:t>Mastertextformat bearbeiten</a:t>
            </a:r>
          </a:p>
        </p:txBody>
      </p:sp>
      <p:sp>
        <p:nvSpPr>
          <p:cNvPr id="6" name="Content Placeholder 5"/>
          <p:cNvSpPr>
            <a:spLocks noGrp="1"/>
          </p:cNvSpPr>
          <p:nvPr>
            <p:ph sz="quarter" idx="4"/>
          </p:nvPr>
        </p:nvSpPr>
        <p:spPr>
          <a:xfrm>
            <a:off x="10825461" y="11058863"/>
            <a:ext cx="9090826" cy="1626592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A1915611-89FC-422F-9E33-70C527C3BC07}" type="datetimeFigureOut">
              <a:rPr lang="en-US" smtClean="0"/>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DD496AA-A241-456D-9BED-07627A88E3ED}" type="slidenum">
              <a:rPr lang="en-US" smtClean="0"/>
              <a:t>‹Nr.›</a:t>
            </a:fld>
            <a:endParaRPr lang="en-US"/>
          </a:p>
        </p:txBody>
      </p:sp>
    </p:spTree>
    <p:extLst>
      <p:ext uri="{BB962C8B-B14F-4D97-AF65-F5344CB8AC3E}">
        <p14:creationId xmlns:p14="http://schemas.microsoft.com/office/powerpoint/2010/main" val="2527475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A1915611-89FC-422F-9E33-70C527C3BC07}" type="datetimeFigureOut">
              <a:rPr lang="en-US" smtClean="0"/>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DD496AA-A241-456D-9BED-07627A88E3ED}" type="slidenum">
              <a:rPr lang="en-US" smtClean="0"/>
              <a:t>‹Nr.›</a:t>
            </a:fld>
            <a:endParaRPr lang="en-US"/>
          </a:p>
        </p:txBody>
      </p:sp>
    </p:spTree>
    <p:extLst>
      <p:ext uri="{BB962C8B-B14F-4D97-AF65-F5344CB8AC3E}">
        <p14:creationId xmlns:p14="http://schemas.microsoft.com/office/powerpoint/2010/main" val="1559974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915611-89FC-422F-9E33-70C527C3BC07}" type="datetimeFigureOut">
              <a:rPr lang="en-US" smtClean="0"/>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DD496AA-A241-456D-9BED-07627A88E3ED}" type="slidenum">
              <a:rPr lang="en-US" smtClean="0"/>
              <a:t>‹Nr.›</a:t>
            </a:fld>
            <a:endParaRPr lang="en-US"/>
          </a:p>
        </p:txBody>
      </p:sp>
    </p:spTree>
    <p:extLst>
      <p:ext uri="{BB962C8B-B14F-4D97-AF65-F5344CB8AC3E}">
        <p14:creationId xmlns:p14="http://schemas.microsoft.com/office/powerpoint/2010/main" val="1148112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de-DE"/>
              <a:t>Mastertitelformat bearbeiten</a:t>
            </a:r>
            <a:endParaRPr lang="en-US" dirty="0"/>
          </a:p>
        </p:txBody>
      </p:sp>
      <p:sp>
        <p:nvSpPr>
          <p:cNvPr id="3" name="Content Placeholder 2"/>
          <p:cNvSpPr>
            <a:spLocks noGrp="1"/>
          </p:cNvSpPr>
          <p:nvPr>
            <p:ph idx="1"/>
          </p:nvPr>
        </p:nvSpPr>
        <p:spPr>
          <a:xfrm>
            <a:off x="9090826" y="4359077"/>
            <a:ext cx="10825460" cy="21515024"/>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de-DE"/>
              <a:t>Mastertextformat bearbeiten</a:t>
            </a:r>
          </a:p>
        </p:txBody>
      </p:sp>
      <p:sp>
        <p:nvSpPr>
          <p:cNvPr id="5" name="Date Placeholder 4"/>
          <p:cNvSpPr>
            <a:spLocks noGrp="1"/>
          </p:cNvSpPr>
          <p:nvPr>
            <p:ph type="dt" sz="half" idx="10"/>
          </p:nvPr>
        </p:nvSpPr>
        <p:spPr/>
        <p:txBody>
          <a:bodyPr/>
          <a:lstStyle/>
          <a:p>
            <a:fld id="{A1915611-89FC-422F-9E33-70C527C3BC07}"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D496AA-A241-456D-9BED-07627A88E3ED}" type="slidenum">
              <a:rPr lang="en-US" smtClean="0"/>
              <a:t>‹Nr.›</a:t>
            </a:fld>
            <a:endParaRPr lang="en-US"/>
          </a:p>
        </p:txBody>
      </p:sp>
    </p:spTree>
    <p:extLst>
      <p:ext uri="{BB962C8B-B14F-4D97-AF65-F5344CB8AC3E}">
        <p14:creationId xmlns:p14="http://schemas.microsoft.com/office/powerpoint/2010/main" val="3475840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de-DE"/>
              <a:t>Mastertitelformat bearbeiten</a:t>
            </a:r>
            <a:endParaRPr lang="en-US" dirty="0"/>
          </a:p>
        </p:txBody>
      </p:sp>
      <p:sp>
        <p:nvSpPr>
          <p:cNvPr id="3" name="Picture Placeholder 2"/>
          <p:cNvSpPr>
            <a:spLocks noGrp="1" noChangeAspect="1"/>
          </p:cNvSpPr>
          <p:nvPr>
            <p:ph type="pic" idx="1"/>
          </p:nvPr>
        </p:nvSpPr>
        <p:spPr>
          <a:xfrm>
            <a:off x="9090826" y="4359077"/>
            <a:ext cx="10825460" cy="21515024"/>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de-DE"/>
              <a:t>Bild durch Klicken auf Symbol hinzufügen</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de-DE"/>
              <a:t>Mastertextformat bearbeiten</a:t>
            </a:r>
          </a:p>
        </p:txBody>
      </p:sp>
      <p:sp>
        <p:nvSpPr>
          <p:cNvPr id="5" name="Date Placeholder 4"/>
          <p:cNvSpPr>
            <a:spLocks noGrp="1"/>
          </p:cNvSpPr>
          <p:nvPr>
            <p:ph type="dt" sz="half" idx="10"/>
          </p:nvPr>
        </p:nvSpPr>
        <p:spPr/>
        <p:txBody>
          <a:bodyPr/>
          <a:lstStyle/>
          <a:p>
            <a:fld id="{A1915611-89FC-422F-9E33-70C527C3BC07}"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D496AA-A241-456D-9BED-07627A88E3ED}" type="slidenum">
              <a:rPr lang="en-US" smtClean="0"/>
              <a:t>‹Nr.›</a:t>
            </a:fld>
            <a:endParaRPr lang="en-US"/>
          </a:p>
        </p:txBody>
      </p:sp>
    </p:spTree>
    <p:extLst>
      <p:ext uri="{BB962C8B-B14F-4D97-AF65-F5344CB8AC3E}">
        <p14:creationId xmlns:p14="http://schemas.microsoft.com/office/powerpoint/2010/main" val="917553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A1915611-89FC-422F-9E33-70C527C3BC07}"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496AA-A241-456D-9BED-07627A88E3ED}" type="slidenum">
              <a:rPr lang="en-US" smtClean="0"/>
              <a:t>‹Nr.›</a:t>
            </a:fld>
            <a:endParaRPr lang="en-US"/>
          </a:p>
        </p:txBody>
      </p:sp>
    </p:spTree>
    <p:extLst>
      <p:ext uri="{BB962C8B-B14F-4D97-AF65-F5344CB8AC3E}">
        <p14:creationId xmlns:p14="http://schemas.microsoft.com/office/powerpoint/2010/main" val="365420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11875"/>
            <a:ext cx="4610844" cy="25656844"/>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1470125" y="1611875"/>
            <a:ext cx="13565237" cy="25656844"/>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A1915611-89FC-422F-9E33-70C527C3BC07}"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496AA-A241-456D-9BED-07627A88E3ED}" type="slidenum">
              <a:rPr lang="en-US" smtClean="0"/>
              <a:t>‹Nr.›</a:t>
            </a:fld>
            <a:endParaRPr lang="en-US"/>
          </a:p>
        </p:txBody>
      </p:sp>
    </p:spTree>
    <p:extLst>
      <p:ext uri="{BB962C8B-B14F-4D97-AF65-F5344CB8AC3E}">
        <p14:creationId xmlns:p14="http://schemas.microsoft.com/office/powerpoint/2010/main" val="2390253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11882"/>
            <a:ext cx="18443377" cy="5851808"/>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1470124" y="8059374"/>
            <a:ext cx="18443377" cy="19209345"/>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1470124" y="28060644"/>
            <a:ext cx="4811316" cy="1611875"/>
          </a:xfrm>
          <a:prstGeom prst="rect">
            <a:avLst/>
          </a:prstGeom>
        </p:spPr>
        <p:txBody>
          <a:bodyPr vert="horz" lIns="91440" tIns="45720" rIns="91440" bIns="45720" rtlCol="0" anchor="ctr"/>
          <a:lstStyle>
            <a:lvl1pPr algn="l">
              <a:defRPr sz="2806">
                <a:solidFill>
                  <a:schemeClr val="tx1">
                    <a:tint val="82000"/>
                  </a:schemeClr>
                </a:solidFill>
              </a:defRPr>
            </a:lvl1pPr>
          </a:lstStyle>
          <a:p>
            <a:fld id="{A1915611-89FC-422F-9E33-70C527C3BC07}" type="datetimeFigureOut">
              <a:rPr lang="en-US" smtClean="0"/>
              <a:t>5/8/2026</a:t>
            </a:fld>
            <a:endParaRPr lang="en-US"/>
          </a:p>
        </p:txBody>
      </p:sp>
      <p:sp>
        <p:nvSpPr>
          <p:cNvPr id="5" name="Footer Placeholder 4"/>
          <p:cNvSpPr>
            <a:spLocks noGrp="1"/>
          </p:cNvSpPr>
          <p:nvPr>
            <p:ph type="ftr" sz="quarter" idx="3"/>
          </p:nvPr>
        </p:nvSpPr>
        <p:spPr>
          <a:xfrm>
            <a:off x="7083326" y="28060644"/>
            <a:ext cx="7216973" cy="1611875"/>
          </a:xfrm>
          <a:prstGeom prst="rect">
            <a:avLst/>
          </a:prstGeom>
        </p:spPr>
        <p:txBody>
          <a:bodyPr vert="horz" lIns="91440" tIns="45720" rIns="91440" bIns="45720" rtlCol="0" anchor="ctr"/>
          <a:lstStyle>
            <a:lvl1pPr algn="ctr">
              <a:defRPr sz="2806">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5102185" y="28060644"/>
            <a:ext cx="4811316" cy="1611875"/>
          </a:xfrm>
          <a:prstGeom prst="rect">
            <a:avLst/>
          </a:prstGeom>
        </p:spPr>
        <p:txBody>
          <a:bodyPr vert="horz" lIns="91440" tIns="45720" rIns="91440" bIns="45720" rtlCol="0" anchor="ctr"/>
          <a:lstStyle>
            <a:lvl1pPr algn="r">
              <a:defRPr sz="2806">
                <a:solidFill>
                  <a:schemeClr val="tx1">
                    <a:tint val="82000"/>
                  </a:schemeClr>
                </a:solidFill>
              </a:defRPr>
            </a:lvl1pPr>
          </a:lstStyle>
          <a:p>
            <a:fld id="{0DD496AA-A241-456D-9BED-07627A88E3ED}" type="slidenum">
              <a:rPr lang="en-US" smtClean="0"/>
              <a:t>‹Nr.›</a:t>
            </a:fld>
            <a:endParaRPr lang="en-US"/>
          </a:p>
        </p:txBody>
      </p:sp>
    </p:spTree>
    <p:extLst>
      <p:ext uri="{BB962C8B-B14F-4D97-AF65-F5344CB8AC3E}">
        <p14:creationId xmlns:p14="http://schemas.microsoft.com/office/powerpoint/2010/main" val="9322468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jpg"/><Relationship Id="rId7" Type="http://schemas.openxmlformats.org/officeDocument/2006/relationships/image" Target="../media/image5.sv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docs.google.com/document/d/1ErDZZfujzntHETMSgQSOBVT8KwdOdwoYPcd62I_y2oY/edit?usp=sharing"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jpg"/><Relationship Id="rId7" Type="http://schemas.openxmlformats.org/officeDocument/2006/relationships/image" Target="../media/image10.sv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 Id="rId9"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EBE2"/>
        </a:solidFill>
        <a:effectLst/>
      </p:bgPr>
    </p:bg>
    <p:spTree>
      <p:nvGrpSpPr>
        <p:cNvPr id="1" name=""/>
        <p:cNvGrpSpPr/>
        <p:nvPr/>
      </p:nvGrpSpPr>
      <p:grpSpPr>
        <a:xfrm>
          <a:off x="0" y="0"/>
          <a:ext cx="0" cy="0"/>
          <a:chOff x="0" y="0"/>
          <a:chExt cx="0" cy="0"/>
        </a:xfrm>
      </p:grpSpPr>
      <p:sp>
        <p:nvSpPr>
          <p:cNvPr id="40" name="Ellipse 39">
            <a:extLst>
              <a:ext uri="{FF2B5EF4-FFF2-40B4-BE49-F238E27FC236}">
                <a16:creationId xmlns:a16="http://schemas.microsoft.com/office/drawing/2014/main" id="{F27323A8-4E37-7C83-308C-B4A73170034C}"/>
              </a:ext>
            </a:extLst>
          </p:cNvPr>
          <p:cNvSpPr/>
          <p:nvPr/>
        </p:nvSpPr>
        <p:spPr>
          <a:xfrm rot="20002223">
            <a:off x="-3765161" y="10355549"/>
            <a:ext cx="19204405" cy="10591923"/>
          </a:xfrm>
          <a:prstGeom prst="ellipse">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Ellipse 38">
            <a:extLst>
              <a:ext uri="{FF2B5EF4-FFF2-40B4-BE49-F238E27FC236}">
                <a16:creationId xmlns:a16="http://schemas.microsoft.com/office/drawing/2014/main" id="{6078CAB3-5FA3-247D-A3F8-4A33EFC8D7C5}"/>
              </a:ext>
            </a:extLst>
          </p:cNvPr>
          <p:cNvSpPr/>
          <p:nvPr/>
        </p:nvSpPr>
        <p:spPr>
          <a:xfrm>
            <a:off x="2773680" y="9757046"/>
            <a:ext cx="1800000" cy="1800000"/>
          </a:xfrm>
          <a:prstGeom prst="ellipse">
            <a:avLst/>
          </a:prstGeom>
          <a:solidFill>
            <a:srgbClr val="C24D3F"/>
          </a:solidFill>
          <a:ln>
            <a:solidFill>
              <a:srgbClr val="963C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Ellipse 40">
            <a:extLst>
              <a:ext uri="{FF2B5EF4-FFF2-40B4-BE49-F238E27FC236}">
                <a16:creationId xmlns:a16="http://schemas.microsoft.com/office/drawing/2014/main" id="{EBBD04DC-465B-1446-6DB1-EE54CD34F1F0}"/>
              </a:ext>
            </a:extLst>
          </p:cNvPr>
          <p:cNvSpPr/>
          <p:nvPr/>
        </p:nvSpPr>
        <p:spPr>
          <a:xfrm rot="20002223">
            <a:off x="11828207" y="2822741"/>
            <a:ext cx="14831729" cy="11658798"/>
          </a:xfrm>
          <a:prstGeom prst="ellipse">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feld 42">
            <a:extLst>
              <a:ext uri="{FF2B5EF4-FFF2-40B4-BE49-F238E27FC236}">
                <a16:creationId xmlns:a16="http://schemas.microsoft.com/office/drawing/2014/main" id="{03457626-FDEA-D7AF-4DE0-5E7B18C81CB1}"/>
              </a:ext>
            </a:extLst>
          </p:cNvPr>
          <p:cNvSpPr txBox="1"/>
          <p:nvPr/>
        </p:nvSpPr>
        <p:spPr>
          <a:xfrm>
            <a:off x="579121" y="518160"/>
            <a:ext cx="14935199" cy="2467048"/>
          </a:xfrm>
          <a:prstGeom prst="rect">
            <a:avLst/>
          </a:prstGeom>
          <a:noFill/>
        </p:spPr>
        <p:txBody>
          <a:bodyPr wrap="none" rtlCol="0">
            <a:prstTxWarp prst="textCascadeUp">
              <a:avLst>
                <a:gd name="adj" fmla="val 43406"/>
              </a:avLst>
            </a:prstTxWarp>
            <a:spAutoFit/>
          </a:bodyPr>
          <a:lstStyle/>
          <a:p>
            <a:r>
              <a:rPr lang="en-US" sz="41300" b="1" dirty="0">
                <a:solidFill>
                  <a:srgbClr val="333333"/>
                </a:solidFill>
                <a:effectLst>
                  <a:outerShdw blurRad="50800" dist="38100" dir="8100000" algn="tr" rotWithShape="0">
                    <a:prstClr val="black">
                      <a:alpha val="40000"/>
                    </a:prstClr>
                  </a:outerShdw>
                </a:effectLst>
                <a:latin typeface="Garamond" panose="02020404030301010803" pitchFamily="18" charset="0"/>
              </a:rPr>
              <a:t>Bias in the Sky</a:t>
            </a:r>
          </a:p>
        </p:txBody>
      </p:sp>
      <p:sp>
        <p:nvSpPr>
          <p:cNvPr id="45" name="Textfeld 44">
            <a:extLst>
              <a:ext uri="{FF2B5EF4-FFF2-40B4-BE49-F238E27FC236}">
                <a16:creationId xmlns:a16="http://schemas.microsoft.com/office/drawing/2014/main" id="{694D2F0C-11F7-33A7-CDD9-1BBD334156B6}"/>
              </a:ext>
            </a:extLst>
          </p:cNvPr>
          <p:cNvSpPr txBox="1"/>
          <p:nvPr/>
        </p:nvSpPr>
        <p:spPr>
          <a:xfrm>
            <a:off x="579121" y="2652053"/>
            <a:ext cx="15346680" cy="1015663"/>
          </a:xfrm>
          <a:prstGeom prst="rect">
            <a:avLst/>
          </a:prstGeom>
          <a:noFill/>
        </p:spPr>
        <p:txBody>
          <a:bodyPr wrap="square">
            <a:spAutoFit/>
          </a:bodyPr>
          <a:lstStyle/>
          <a:p>
            <a:r>
              <a:rPr lang="en-US" sz="6000" b="1" dirty="0">
                <a:solidFill>
                  <a:srgbClr val="333333"/>
                </a:solidFill>
                <a:latin typeface="Garamond" panose="02020404030301010803" pitchFamily="18" charset="0"/>
              </a:rPr>
              <a:t>Observational Bias in Binary Star Catalogues</a:t>
            </a:r>
          </a:p>
        </p:txBody>
      </p:sp>
      <p:sp>
        <p:nvSpPr>
          <p:cNvPr id="47" name="Textfeld 46">
            <a:extLst>
              <a:ext uri="{FF2B5EF4-FFF2-40B4-BE49-F238E27FC236}">
                <a16:creationId xmlns:a16="http://schemas.microsoft.com/office/drawing/2014/main" id="{5C947FBF-1ECA-BFC4-9160-8E6DDA7EBFF4}"/>
              </a:ext>
            </a:extLst>
          </p:cNvPr>
          <p:cNvSpPr txBox="1"/>
          <p:nvPr/>
        </p:nvSpPr>
        <p:spPr>
          <a:xfrm>
            <a:off x="603885" y="4220811"/>
            <a:ext cx="11136183" cy="5201424"/>
          </a:xfrm>
          <a:prstGeom prst="rect">
            <a:avLst/>
          </a:prstGeom>
          <a:noFill/>
          <a:ln>
            <a:noFill/>
          </a:ln>
        </p:spPr>
        <p:txBody>
          <a:bodyPr wrap="square" rtlCol="0">
            <a:spAutoFit/>
          </a:bodyPr>
          <a:lstStyle/>
          <a:p>
            <a:r>
              <a:rPr lang="en-US" sz="4400" b="1" dirty="0">
                <a:latin typeface="Garamond" panose="02020404030301010803" pitchFamily="18" charset="0"/>
              </a:rPr>
              <a:t>Introduction</a:t>
            </a:r>
          </a:p>
          <a:p>
            <a:r>
              <a:rPr lang="en-US" sz="2400" i="1" dirty="0">
                <a:latin typeface="Garamond" panose="02020404030301010803" pitchFamily="18" charset="0"/>
              </a:rPr>
              <a:t>Bias in the Sky </a:t>
            </a:r>
            <a:r>
              <a:rPr lang="en-US" sz="2400" dirty="0">
                <a:latin typeface="Garamond" panose="02020404030301010803" pitchFamily="18" charset="0"/>
              </a:rPr>
              <a:t>explores a common challenge in astronomy: the stars we observe are not always a fair representation of the stars that actually exist.</a:t>
            </a:r>
          </a:p>
          <a:p>
            <a:r>
              <a:rPr lang="en-US" sz="2400" dirty="0">
                <a:latin typeface="Garamond" panose="02020404030301010803" pitchFamily="18" charset="0"/>
              </a:rPr>
              <a:t>Astronomers rely on large binary star catalogues to study how pairs of stars form, evolve, and interact. But every telescope and detection method comes with its own observational bias - some binaries are easier to detect than others. As a result, catalogues can miss entire parts of the true binary star population.</a:t>
            </a:r>
          </a:p>
          <a:p>
            <a:r>
              <a:rPr lang="en-US" sz="2400" dirty="0">
                <a:latin typeface="Garamond" panose="02020404030301010803" pitchFamily="18" charset="0"/>
              </a:rPr>
              <a:t>Correcting for these biases is essential. However, each survey observes the sky in a different way, making it challenging to separate real astrophysical trends from observational effects.</a:t>
            </a:r>
          </a:p>
          <a:p>
            <a:r>
              <a:rPr lang="en-US" sz="2400" dirty="0">
                <a:latin typeface="Garamond" panose="02020404030301010803" pitchFamily="18" charset="0"/>
              </a:rPr>
              <a:t>This project investigates the observational bias present in the SB9 and ORB6 binary star catalogues by comparing them with theoretical binary star models. By quantifying these hidden selection effects, we aim to better uncover the true underlying distributions of binary star systems.</a:t>
            </a:r>
          </a:p>
        </p:txBody>
      </p:sp>
      <p:sp>
        <p:nvSpPr>
          <p:cNvPr id="49" name="Textfeld 48">
            <a:extLst>
              <a:ext uri="{FF2B5EF4-FFF2-40B4-BE49-F238E27FC236}">
                <a16:creationId xmlns:a16="http://schemas.microsoft.com/office/drawing/2014/main" id="{88C5AEBA-A112-FD1B-09E6-C2287DC238E3}"/>
              </a:ext>
            </a:extLst>
          </p:cNvPr>
          <p:cNvSpPr txBox="1"/>
          <p:nvPr/>
        </p:nvSpPr>
        <p:spPr>
          <a:xfrm>
            <a:off x="14033881" y="3794719"/>
            <a:ext cx="6745859" cy="1138773"/>
          </a:xfrm>
          <a:prstGeom prst="rect">
            <a:avLst/>
          </a:prstGeom>
          <a:noFill/>
        </p:spPr>
        <p:txBody>
          <a:bodyPr wrap="square">
            <a:spAutoFit/>
          </a:bodyPr>
          <a:lstStyle/>
          <a:p>
            <a:pPr algn="r"/>
            <a:r>
              <a:rPr lang="en-US" sz="4400" b="1" dirty="0">
                <a:latin typeface="Garamond" panose="02020404030301010803" pitchFamily="18" charset="0"/>
              </a:rPr>
              <a:t>Aim</a:t>
            </a:r>
          </a:p>
          <a:p>
            <a:pPr algn="r">
              <a:spcAft>
                <a:spcPts val="1125"/>
              </a:spcAft>
              <a:buNone/>
            </a:pPr>
            <a:r>
              <a:rPr lang="en-US" sz="2400" b="0" i="0" dirty="0">
                <a:solidFill>
                  <a:srgbClr val="000000"/>
                </a:solidFill>
                <a:effectLst/>
                <a:latin typeface="Garamond" panose="02020404030301010803" pitchFamily="18" charset="0"/>
              </a:rPr>
              <a:t>We aim to answer the research question below.</a:t>
            </a:r>
          </a:p>
        </p:txBody>
      </p:sp>
      <p:sp>
        <p:nvSpPr>
          <p:cNvPr id="51" name="Textfeld 50">
            <a:extLst>
              <a:ext uri="{FF2B5EF4-FFF2-40B4-BE49-F238E27FC236}">
                <a16:creationId xmlns:a16="http://schemas.microsoft.com/office/drawing/2014/main" id="{2B0218E8-BF5D-8A0F-E683-278157EA5EF5}"/>
              </a:ext>
            </a:extLst>
          </p:cNvPr>
          <p:cNvSpPr txBox="1"/>
          <p:nvPr/>
        </p:nvSpPr>
        <p:spPr>
          <a:xfrm>
            <a:off x="4589193" y="9923306"/>
            <a:ext cx="7277051" cy="2246769"/>
          </a:xfrm>
          <a:prstGeom prst="rect">
            <a:avLst/>
          </a:prstGeom>
          <a:noFill/>
        </p:spPr>
        <p:txBody>
          <a:bodyPr wrap="square">
            <a:spAutoFit/>
          </a:bodyPr>
          <a:lstStyle/>
          <a:p>
            <a:pPr algn="r"/>
            <a:r>
              <a:rPr lang="en-US" sz="4400" b="1" dirty="0">
                <a:latin typeface="Garamond" panose="02020404030301010803" pitchFamily="18" charset="0"/>
              </a:rPr>
              <a:t>Method</a:t>
            </a:r>
          </a:p>
          <a:p>
            <a:pPr algn="r"/>
            <a:r>
              <a:rPr lang="en-US" sz="2400" b="0" i="0" dirty="0">
                <a:solidFill>
                  <a:srgbClr val="000000"/>
                </a:solidFill>
                <a:effectLst/>
                <a:latin typeface="Garamond" panose="02020404030301010803" pitchFamily="18" charset="0"/>
              </a:rPr>
              <a:t>We generate synthetic binary star populations based on theory. Then we subtract our generated binary star population from the SB9 and ORB6 catalogues and plot the difference.  </a:t>
            </a:r>
            <a:endParaRPr lang="en-US" sz="2400" dirty="0">
              <a:latin typeface="Garamond" panose="02020404030301010803" pitchFamily="18" charset="0"/>
            </a:endParaRPr>
          </a:p>
        </p:txBody>
      </p:sp>
      <p:sp>
        <p:nvSpPr>
          <p:cNvPr id="72" name="Textfeld 71">
            <a:extLst>
              <a:ext uri="{FF2B5EF4-FFF2-40B4-BE49-F238E27FC236}">
                <a16:creationId xmlns:a16="http://schemas.microsoft.com/office/drawing/2014/main" id="{ACF80A8F-DEC9-6010-BB3D-BD6774C81B3E}"/>
              </a:ext>
            </a:extLst>
          </p:cNvPr>
          <p:cNvSpPr txBox="1"/>
          <p:nvPr/>
        </p:nvSpPr>
        <p:spPr>
          <a:xfrm>
            <a:off x="16469427" y="15612540"/>
            <a:ext cx="4279281" cy="1446550"/>
          </a:xfrm>
          <a:prstGeom prst="rect">
            <a:avLst/>
          </a:prstGeom>
          <a:noFill/>
          <a:ln>
            <a:noFill/>
          </a:ln>
        </p:spPr>
        <p:txBody>
          <a:bodyPr wrap="square" rtlCol="0">
            <a:spAutoFit/>
          </a:bodyPr>
          <a:lstStyle/>
          <a:p>
            <a:pPr algn="r"/>
            <a:r>
              <a:rPr lang="en-US" sz="4400" b="1" dirty="0">
                <a:latin typeface="Garamond" panose="02020404030301010803" pitchFamily="18" charset="0"/>
              </a:rPr>
              <a:t>Results</a:t>
            </a:r>
          </a:p>
          <a:p>
            <a:pPr algn="r"/>
            <a:endParaRPr lang="en-US" sz="4400" b="1" dirty="0">
              <a:latin typeface="Garamond" panose="02020404030301010803" pitchFamily="18" charset="0"/>
            </a:endParaRPr>
          </a:p>
        </p:txBody>
      </p:sp>
      <p:pic>
        <p:nvPicPr>
          <p:cNvPr id="78" name="Grafik 77">
            <a:extLst>
              <a:ext uri="{FF2B5EF4-FFF2-40B4-BE49-F238E27FC236}">
                <a16:creationId xmlns:a16="http://schemas.microsoft.com/office/drawing/2014/main" id="{AF9EC857-6227-96BD-313C-075378A6C686}"/>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43675" y="21548558"/>
            <a:ext cx="6800419" cy="3918595"/>
          </a:xfrm>
          <a:prstGeom prst="rect">
            <a:avLst/>
          </a:prstGeom>
        </p:spPr>
      </p:pic>
      <p:pic>
        <p:nvPicPr>
          <p:cNvPr id="80" name="Grafik 79">
            <a:extLst>
              <a:ext uri="{FF2B5EF4-FFF2-40B4-BE49-F238E27FC236}">
                <a16:creationId xmlns:a16="http://schemas.microsoft.com/office/drawing/2014/main" id="{0DB3880F-BF4C-8765-F6CB-814C186106FE}"/>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3942577" y="21453090"/>
            <a:ext cx="6806131" cy="3918595"/>
          </a:xfrm>
          <a:prstGeom prst="rect">
            <a:avLst/>
          </a:prstGeom>
        </p:spPr>
      </p:pic>
      <p:sp>
        <p:nvSpPr>
          <p:cNvPr id="81" name="Textfeld 80">
            <a:extLst>
              <a:ext uri="{FF2B5EF4-FFF2-40B4-BE49-F238E27FC236}">
                <a16:creationId xmlns:a16="http://schemas.microsoft.com/office/drawing/2014/main" id="{B443C48D-509F-9554-A716-3712A4A284E5}"/>
              </a:ext>
            </a:extLst>
          </p:cNvPr>
          <p:cNvSpPr txBox="1"/>
          <p:nvPr/>
        </p:nvSpPr>
        <p:spPr>
          <a:xfrm>
            <a:off x="312830" y="25335548"/>
            <a:ext cx="12213000" cy="1895391"/>
          </a:xfrm>
          <a:prstGeom prst="rect">
            <a:avLst/>
          </a:prstGeom>
          <a:noFill/>
          <a:ln>
            <a:noFill/>
          </a:ln>
        </p:spPr>
        <p:txBody>
          <a:bodyPr wrap="square" rtlCol="0">
            <a:spAutoFit/>
          </a:bodyPr>
          <a:lstStyle/>
          <a:p>
            <a:r>
              <a:rPr lang="en-US" sz="4400" b="1" dirty="0">
                <a:latin typeface="Garamond" panose="02020404030301010803" pitchFamily="18" charset="0"/>
              </a:rPr>
              <a:t>Conclusion</a:t>
            </a:r>
          </a:p>
          <a:p>
            <a:pPr algn="just">
              <a:spcAft>
                <a:spcPts val="1125"/>
              </a:spcAft>
              <a:buNone/>
            </a:pPr>
            <a:r>
              <a:rPr lang="en-US" sz="3200" dirty="0">
                <a:highlight>
                  <a:srgbClr val="FFFF00"/>
                </a:highlight>
              </a:rPr>
              <a:t>Put conclusion here </a:t>
            </a:r>
            <a:endParaRPr lang="en-US" sz="3200" dirty="0">
              <a:solidFill>
                <a:srgbClr val="000000"/>
              </a:solidFill>
              <a:highlight>
                <a:srgbClr val="FFFF00"/>
              </a:highlight>
              <a:latin typeface="Open Sans" panose="020B0606030504020204" pitchFamily="34" charset="0"/>
            </a:endParaRPr>
          </a:p>
          <a:p>
            <a:endParaRPr lang="en-US" sz="3200" dirty="0">
              <a:latin typeface="Garamond" panose="02020404030301010803" pitchFamily="18" charset="0"/>
            </a:endParaRPr>
          </a:p>
        </p:txBody>
      </p:sp>
      <p:sp>
        <p:nvSpPr>
          <p:cNvPr id="82" name="Textfeld 81">
            <a:extLst>
              <a:ext uri="{FF2B5EF4-FFF2-40B4-BE49-F238E27FC236}">
                <a16:creationId xmlns:a16="http://schemas.microsoft.com/office/drawing/2014/main" id="{EDBEE8A4-9524-7B70-8E91-5870476C097D}"/>
              </a:ext>
            </a:extLst>
          </p:cNvPr>
          <p:cNvSpPr txBox="1"/>
          <p:nvPr/>
        </p:nvSpPr>
        <p:spPr>
          <a:xfrm>
            <a:off x="12787087" y="25467153"/>
            <a:ext cx="8283710" cy="3970318"/>
          </a:xfrm>
          <a:prstGeom prst="rect">
            <a:avLst/>
          </a:prstGeom>
          <a:noFill/>
          <a:ln>
            <a:noFill/>
          </a:ln>
        </p:spPr>
        <p:txBody>
          <a:bodyPr wrap="square" rtlCol="0">
            <a:spAutoFit/>
          </a:bodyPr>
          <a:lstStyle/>
          <a:p>
            <a:r>
              <a:rPr lang="en-US" sz="4400" b="1" dirty="0">
                <a:latin typeface="Garamond" panose="02020404030301010803" pitchFamily="18" charset="0"/>
              </a:rPr>
              <a:t>Acknowledgements &amp; References</a:t>
            </a:r>
          </a:p>
          <a:p>
            <a:r>
              <a:rPr lang="en-US" sz="2400" dirty="0">
                <a:latin typeface="Garamond" panose="02020404030301010803" pitchFamily="18" charset="0"/>
              </a:rPr>
              <a:t>We thank Oleg Malkov for his continued support to provide us with all the data from the </a:t>
            </a:r>
            <a:r>
              <a:rPr lang="en-US" sz="2400" dirty="0">
                <a:solidFill>
                  <a:srgbClr val="000000"/>
                </a:solidFill>
                <a:latin typeface="Garamond" panose="02020404030301010803" pitchFamily="18" charset="0"/>
              </a:rPr>
              <a:t>Binary Star Database BDB (Kovaleva et al, 2015), available from Institute of Astronomy (Russian Academy of Sciences),</a:t>
            </a:r>
            <a:r>
              <a:rPr lang="en-US" sz="2400" dirty="0">
                <a:latin typeface="Garamond" panose="02020404030301010803" pitchFamily="18" charset="0"/>
              </a:rPr>
              <a:t> used in this project and Susana Monteiro Carneiro for her support and feedback throughout the entire lifetime of the project.</a:t>
            </a:r>
          </a:p>
          <a:p>
            <a:r>
              <a:rPr lang="en-US" sz="4400" dirty="0">
                <a:highlight>
                  <a:srgbClr val="FFFF00"/>
                </a:highlight>
                <a:latin typeface="Garamond" panose="02020404030301010803" pitchFamily="18" charset="0"/>
              </a:rPr>
              <a:t>(Add References </a:t>
            </a:r>
            <a:r>
              <a:rPr lang="en-US" sz="4400" dirty="0">
                <a:highlight>
                  <a:srgbClr val="FFFF00"/>
                </a:highlight>
                <a:latin typeface="Garamond" panose="02020404030301010803" pitchFamily="18" charset="0"/>
                <a:hlinkClick r:id="rId4"/>
              </a:rPr>
              <a:t>here</a:t>
            </a:r>
            <a:r>
              <a:rPr lang="en-US" sz="4400" dirty="0">
                <a:highlight>
                  <a:srgbClr val="FFFF00"/>
                </a:highlight>
                <a:latin typeface="Garamond" panose="02020404030301010803" pitchFamily="18" charset="0"/>
              </a:rPr>
              <a:t>)</a:t>
            </a:r>
          </a:p>
          <a:p>
            <a:endParaRPr lang="en-US" sz="4400" dirty="0">
              <a:latin typeface="Garamond" panose="02020404030301010803" pitchFamily="18" charset="0"/>
            </a:endParaRPr>
          </a:p>
        </p:txBody>
      </p:sp>
      <mc:AlternateContent xmlns:mc="http://schemas.openxmlformats.org/markup-compatibility/2006">
        <mc:Choice xmlns:a14="http://schemas.microsoft.com/office/drawing/2010/main" Requires="a14">
          <p:graphicFrame>
            <p:nvGraphicFramePr>
              <p:cNvPr id="2" name="Tabelle 1">
                <a:extLst>
                  <a:ext uri="{FF2B5EF4-FFF2-40B4-BE49-F238E27FC236}">
                    <a16:creationId xmlns:a16="http://schemas.microsoft.com/office/drawing/2014/main" id="{676EC7A9-7BA9-3282-F812-BF1EB6A556C5}"/>
                  </a:ext>
                </a:extLst>
              </p:cNvPr>
              <p:cNvGraphicFramePr>
                <a:graphicFrameLocks noGrp="1"/>
              </p:cNvGraphicFramePr>
              <p:nvPr>
                <p:extLst>
                  <p:ext uri="{D42A27DB-BD31-4B8C-83A1-F6EECF244321}">
                    <p14:modId xmlns:p14="http://schemas.microsoft.com/office/powerpoint/2010/main" val="2319209304"/>
                  </p:ext>
                </p:extLst>
              </p:nvPr>
            </p:nvGraphicFramePr>
            <p:xfrm>
              <a:off x="312829" y="13598088"/>
              <a:ext cx="11427239" cy="4280104"/>
            </p:xfrm>
            <a:graphic>
              <a:graphicData uri="http://schemas.openxmlformats.org/drawingml/2006/table">
                <a:tbl>
                  <a:tblPr firstRow="1" bandRow="1">
                    <a:tableStyleId>{5940675A-B579-460E-94D1-54222C63F5DA}</a:tableStyleId>
                  </a:tblPr>
                  <a:tblGrid>
                    <a:gridCol w="1924950">
                      <a:extLst>
                        <a:ext uri="{9D8B030D-6E8A-4147-A177-3AD203B41FA5}">
                          <a16:colId xmlns:a16="http://schemas.microsoft.com/office/drawing/2014/main" val="1204722445"/>
                        </a:ext>
                      </a:extLst>
                    </a:gridCol>
                    <a:gridCol w="1924950">
                      <a:extLst>
                        <a:ext uri="{9D8B030D-6E8A-4147-A177-3AD203B41FA5}">
                          <a16:colId xmlns:a16="http://schemas.microsoft.com/office/drawing/2014/main" val="3703163242"/>
                        </a:ext>
                      </a:extLst>
                    </a:gridCol>
                    <a:gridCol w="1924950">
                      <a:extLst>
                        <a:ext uri="{9D8B030D-6E8A-4147-A177-3AD203B41FA5}">
                          <a16:colId xmlns:a16="http://schemas.microsoft.com/office/drawing/2014/main" val="1561748901"/>
                        </a:ext>
                      </a:extLst>
                    </a:gridCol>
                    <a:gridCol w="1924950">
                      <a:extLst>
                        <a:ext uri="{9D8B030D-6E8A-4147-A177-3AD203B41FA5}">
                          <a16:colId xmlns:a16="http://schemas.microsoft.com/office/drawing/2014/main" val="1538840913"/>
                        </a:ext>
                      </a:extLst>
                    </a:gridCol>
                    <a:gridCol w="1924950">
                      <a:extLst>
                        <a:ext uri="{9D8B030D-6E8A-4147-A177-3AD203B41FA5}">
                          <a16:colId xmlns:a16="http://schemas.microsoft.com/office/drawing/2014/main" val="381055411"/>
                        </a:ext>
                      </a:extLst>
                    </a:gridCol>
                    <a:gridCol w="1802489">
                      <a:extLst>
                        <a:ext uri="{9D8B030D-6E8A-4147-A177-3AD203B41FA5}">
                          <a16:colId xmlns:a16="http://schemas.microsoft.com/office/drawing/2014/main" val="1848283666"/>
                        </a:ext>
                      </a:extLst>
                    </a:gridCol>
                  </a:tblGrid>
                  <a:tr h="494132">
                    <a:tc>
                      <a:txBody>
                        <a:bodyPr/>
                        <a:lstStyle/>
                        <a:p>
                          <a:endParaRPr lang="en-US" sz="2400" dirty="0">
                            <a:latin typeface="Garamond" panose="02020404030301010803" pitchFamily="18" charset="0"/>
                          </a:endParaRPr>
                        </a:p>
                      </a:txBody>
                      <a:tcPr/>
                    </a:tc>
                    <a:tc>
                      <a:txBody>
                        <a:bodyPr/>
                        <a:lstStyle/>
                        <a:p>
                          <a:r>
                            <a:rPr lang="en-US" sz="2400" dirty="0">
                              <a:latin typeface="Garamond" panose="02020404030301010803" pitchFamily="18" charset="0"/>
                            </a:rPr>
                            <a:t>Eccentricity e</a:t>
                          </a:r>
                        </a:p>
                      </a:txBody>
                      <a:tcPr/>
                    </a:tc>
                    <a:tc>
                      <a:txBody>
                        <a:bodyPr/>
                        <a:lstStyle/>
                        <a:p>
                          <a:r>
                            <a:rPr lang="en-US" sz="2400" dirty="0">
                              <a:latin typeface="Garamond" panose="02020404030301010803" pitchFamily="18" charset="0"/>
                            </a:rPr>
                            <a:t>Mass ratio q</a:t>
                          </a:r>
                        </a:p>
                      </a:txBody>
                      <a:tcPr/>
                    </a:tc>
                    <a:tc>
                      <a:txBody>
                        <a:bodyPr/>
                        <a:lstStyle/>
                        <a:p>
                          <a:r>
                            <a:rPr lang="en-US" sz="2400" dirty="0">
                              <a:latin typeface="Garamond" panose="02020404030301010803" pitchFamily="18" charset="0"/>
                            </a:rPr>
                            <a:t>Orbital Period P</a:t>
                          </a:r>
                        </a:p>
                      </a:txBody>
                      <a:tcPr/>
                    </a:tc>
                    <a:tc>
                      <a:txBody>
                        <a:bodyPr/>
                        <a:lstStyle/>
                        <a:p>
                          <a:r>
                            <a:rPr lang="en-US" sz="2400" dirty="0">
                              <a:latin typeface="Garamond" panose="02020404030301010803" pitchFamily="18" charset="0"/>
                            </a:rPr>
                            <a:t>Semi-major axis a</a:t>
                          </a:r>
                        </a:p>
                      </a:txBody>
                      <a:tcPr/>
                    </a:tc>
                    <a:tc>
                      <a:txBody>
                        <a:bodyPr/>
                        <a:lstStyle/>
                        <a:p>
                          <a:r>
                            <a:rPr lang="en-US" sz="2400" dirty="0">
                              <a:latin typeface="Garamond" panose="02020404030301010803" pitchFamily="18" charset="0"/>
                            </a:rPr>
                            <a:t>Radius ratio R</a:t>
                          </a:r>
                        </a:p>
                      </a:txBody>
                      <a:tcPr/>
                    </a:tc>
                    <a:extLst>
                      <a:ext uri="{0D108BD9-81ED-4DB2-BD59-A6C34878D82A}">
                        <a16:rowId xmlns:a16="http://schemas.microsoft.com/office/drawing/2014/main" val="1142826704"/>
                      </a:ext>
                    </a:extLst>
                  </a:tr>
                  <a:tr h="494132">
                    <a:tc>
                      <a:txBody>
                        <a:bodyPr/>
                        <a:lstStyle/>
                        <a:p>
                          <a:r>
                            <a:rPr lang="en-US" sz="2400" dirty="0">
                              <a:latin typeface="Garamond" panose="02020404030301010803" pitchFamily="18" charset="0"/>
                            </a:rPr>
                            <a:t>Eccentricity e</a:t>
                          </a: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𝑒</m:t>
                                    </m:r>
                                  </m:e>
                                  <m:sup>
                                    <m:r>
                                      <a:rPr lang="en-US" sz="2400" b="0" i="1" smtClean="0">
                                        <a:latin typeface="Cambria Math" panose="02040503050406030204" pitchFamily="18" charset="0"/>
                                      </a:rPr>
                                      <m:t>𝜂</m:t>
                                    </m:r>
                                  </m:sup>
                                </m:sSup>
                              </m:oMath>
                            </m:oMathPara>
                          </a14:m>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extLst>
                      <a:ext uri="{0D108BD9-81ED-4DB2-BD59-A6C34878D82A}">
                        <a16:rowId xmlns:a16="http://schemas.microsoft.com/office/drawing/2014/main" val="1417779945"/>
                      </a:ext>
                    </a:extLst>
                  </a:tr>
                  <a:tr h="494132">
                    <a:tc>
                      <a:txBody>
                        <a:bodyPr/>
                        <a:lstStyle/>
                        <a:p>
                          <a:r>
                            <a:rPr lang="en-US" sz="2400" dirty="0">
                              <a:latin typeface="Garamond" panose="02020404030301010803" pitchFamily="18" charset="0"/>
                            </a:rPr>
                            <a:t>Mass ratio q</a:t>
                          </a:r>
                        </a:p>
                      </a:txBody>
                      <a:tcPr/>
                    </a:tc>
                    <a:tc>
                      <a:txBody>
                        <a:bodyPr/>
                        <a:lstStyle/>
                        <a:p>
                          <a:endParaRPr lang="en-US" sz="2400" dirty="0">
                            <a:latin typeface="Garamond" panose="02020404030301010803" pitchFamily="18" charset="0"/>
                          </a:endParaRPr>
                        </a:p>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extLst>
                      <a:ext uri="{0D108BD9-81ED-4DB2-BD59-A6C34878D82A}">
                        <a16:rowId xmlns:a16="http://schemas.microsoft.com/office/drawing/2014/main" val="2435110856"/>
                      </a:ext>
                    </a:extLst>
                  </a:tr>
                  <a:tr h="494132">
                    <a:tc>
                      <a:txBody>
                        <a:bodyPr/>
                        <a:lstStyle/>
                        <a:p>
                          <a:r>
                            <a:rPr lang="en-US" sz="2400" dirty="0">
                              <a:latin typeface="Garamond" panose="02020404030301010803" pitchFamily="18" charset="0"/>
                            </a:rPr>
                            <a:t>Orbital Period P</a:t>
                          </a: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extLst>
                      <a:ext uri="{0D108BD9-81ED-4DB2-BD59-A6C34878D82A}">
                        <a16:rowId xmlns:a16="http://schemas.microsoft.com/office/drawing/2014/main" val="2767985039"/>
                      </a:ext>
                    </a:extLst>
                  </a:tr>
                  <a:tr h="494132">
                    <a:tc>
                      <a:txBody>
                        <a:bodyPr/>
                        <a:lstStyle/>
                        <a:p>
                          <a:r>
                            <a:rPr lang="en-US" sz="2400" dirty="0">
                              <a:latin typeface="Garamond" panose="02020404030301010803" pitchFamily="18" charset="0"/>
                            </a:rPr>
                            <a:t>Semimajor axis a</a:t>
                          </a: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extLst>
                      <a:ext uri="{0D108BD9-81ED-4DB2-BD59-A6C34878D82A}">
                        <a16:rowId xmlns:a16="http://schemas.microsoft.com/office/drawing/2014/main" val="1942473870"/>
                      </a:ext>
                    </a:extLst>
                  </a:tr>
                  <a:tr h="494132">
                    <a:tc>
                      <a:txBody>
                        <a:bodyPr/>
                        <a:lstStyle/>
                        <a:p>
                          <a:r>
                            <a:rPr lang="en-US" sz="2400" dirty="0">
                              <a:latin typeface="Garamond" panose="02020404030301010803" pitchFamily="18" charset="0"/>
                            </a:rPr>
                            <a:t>Radius R </a:t>
                          </a: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extLst>
                      <a:ext uri="{0D108BD9-81ED-4DB2-BD59-A6C34878D82A}">
                        <a16:rowId xmlns:a16="http://schemas.microsoft.com/office/drawing/2014/main" val="3811881790"/>
                      </a:ext>
                    </a:extLst>
                  </a:tr>
                </a:tbl>
              </a:graphicData>
            </a:graphic>
          </p:graphicFrame>
        </mc:Choice>
        <mc:Fallback>
          <p:graphicFrame>
            <p:nvGraphicFramePr>
              <p:cNvPr id="2" name="Tabelle 1">
                <a:extLst>
                  <a:ext uri="{FF2B5EF4-FFF2-40B4-BE49-F238E27FC236}">
                    <a16:creationId xmlns:a16="http://schemas.microsoft.com/office/drawing/2014/main" id="{676EC7A9-7BA9-3282-F812-BF1EB6A556C5}"/>
                  </a:ext>
                </a:extLst>
              </p:cNvPr>
              <p:cNvGraphicFramePr>
                <a:graphicFrameLocks noGrp="1"/>
              </p:cNvGraphicFramePr>
              <p:nvPr>
                <p:extLst>
                  <p:ext uri="{D42A27DB-BD31-4B8C-83A1-F6EECF244321}">
                    <p14:modId xmlns:p14="http://schemas.microsoft.com/office/powerpoint/2010/main" val="2319209304"/>
                  </p:ext>
                </p:extLst>
              </p:nvPr>
            </p:nvGraphicFramePr>
            <p:xfrm>
              <a:off x="312829" y="13598088"/>
              <a:ext cx="11427239" cy="4280104"/>
            </p:xfrm>
            <a:graphic>
              <a:graphicData uri="http://schemas.openxmlformats.org/drawingml/2006/table">
                <a:tbl>
                  <a:tblPr firstRow="1" bandRow="1">
                    <a:tableStyleId>{5940675A-B579-460E-94D1-54222C63F5DA}</a:tableStyleId>
                  </a:tblPr>
                  <a:tblGrid>
                    <a:gridCol w="1924950">
                      <a:extLst>
                        <a:ext uri="{9D8B030D-6E8A-4147-A177-3AD203B41FA5}">
                          <a16:colId xmlns:a16="http://schemas.microsoft.com/office/drawing/2014/main" val="1204722445"/>
                        </a:ext>
                      </a:extLst>
                    </a:gridCol>
                    <a:gridCol w="1924950">
                      <a:extLst>
                        <a:ext uri="{9D8B030D-6E8A-4147-A177-3AD203B41FA5}">
                          <a16:colId xmlns:a16="http://schemas.microsoft.com/office/drawing/2014/main" val="3703163242"/>
                        </a:ext>
                      </a:extLst>
                    </a:gridCol>
                    <a:gridCol w="1924950">
                      <a:extLst>
                        <a:ext uri="{9D8B030D-6E8A-4147-A177-3AD203B41FA5}">
                          <a16:colId xmlns:a16="http://schemas.microsoft.com/office/drawing/2014/main" val="1561748901"/>
                        </a:ext>
                      </a:extLst>
                    </a:gridCol>
                    <a:gridCol w="1924950">
                      <a:extLst>
                        <a:ext uri="{9D8B030D-6E8A-4147-A177-3AD203B41FA5}">
                          <a16:colId xmlns:a16="http://schemas.microsoft.com/office/drawing/2014/main" val="1538840913"/>
                        </a:ext>
                      </a:extLst>
                    </a:gridCol>
                    <a:gridCol w="1924950">
                      <a:extLst>
                        <a:ext uri="{9D8B030D-6E8A-4147-A177-3AD203B41FA5}">
                          <a16:colId xmlns:a16="http://schemas.microsoft.com/office/drawing/2014/main" val="381055411"/>
                        </a:ext>
                      </a:extLst>
                    </a:gridCol>
                    <a:gridCol w="1802489">
                      <a:extLst>
                        <a:ext uri="{9D8B030D-6E8A-4147-A177-3AD203B41FA5}">
                          <a16:colId xmlns:a16="http://schemas.microsoft.com/office/drawing/2014/main" val="1848283666"/>
                        </a:ext>
                      </a:extLst>
                    </a:gridCol>
                  </a:tblGrid>
                  <a:tr h="822960">
                    <a:tc>
                      <a:txBody>
                        <a:bodyPr/>
                        <a:lstStyle/>
                        <a:p>
                          <a:endParaRPr lang="en-US" sz="2400" dirty="0">
                            <a:latin typeface="Garamond" panose="02020404030301010803" pitchFamily="18" charset="0"/>
                          </a:endParaRPr>
                        </a:p>
                      </a:txBody>
                      <a:tcPr/>
                    </a:tc>
                    <a:tc>
                      <a:txBody>
                        <a:bodyPr/>
                        <a:lstStyle/>
                        <a:p>
                          <a:r>
                            <a:rPr lang="en-US" sz="2400" dirty="0">
                              <a:latin typeface="Garamond" panose="02020404030301010803" pitchFamily="18" charset="0"/>
                            </a:rPr>
                            <a:t>Eccentricity e</a:t>
                          </a:r>
                        </a:p>
                      </a:txBody>
                      <a:tcPr/>
                    </a:tc>
                    <a:tc>
                      <a:txBody>
                        <a:bodyPr/>
                        <a:lstStyle/>
                        <a:p>
                          <a:r>
                            <a:rPr lang="en-US" sz="2400" dirty="0">
                              <a:latin typeface="Garamond" panose="02020404030301010803" pitchFamily="18" charset="0"/>
                            </a:rPr>
                            <a:t>Mass ratio q</a:t>
                          </a:r>
                        </a:p>
                      </a:txBody>
                      <a:tcPr/>
                    </a:tc>
                    <a:tc>
                      <a:txBody>
                        <a:bodyPr/>
                        <a:lstStyle/>
                        <a:p>
                          <a:r>
                            <a:rPr lang="en-US" sz="2400" dirty="0">
                              <a:latin typeface="Garamond" panose="02020404030301010803" pitchFamily="18" charset="0"/>
                            </a:rPr>
                            <a:t>Orbital Period P</a:t>
                          </a:r>
                        </a:p>
                      </a:txBody>
                      <a:tcPr/>
                    </a:tc>
                    <a:tc>
                      <a:txBody>
                        <a:bodyPr/>
                        <a:lstStyle/>
                        <a:p>
                          <a:r>
                            <a:rPr lang="en-US" sz="2400" dirty="0">
                              <a:latin typeface="Garamond" panose="02020404030301010803" pitchFamily="18" charset="0"/>
                            </a:rPr>
                            <a:t>Semi-major axis a</a:t>
                          </a:r>
                        </a:p>
                      </a:txBody>
                      <a:tcPr/>
                    </a:tc>
                    <a:tc>
                      <a:txBody>
                        <a:bodyPr/>
                        <a:lstStyle/>
                        <a:p>
                          <a:r>
                            <a:rPr lang="en-US" sz="2400" dirty="0">
                              <a:latin typeface="Garamond" panose="02020404030301010803" pitchFamily="18" charset="0"/>
                            </a:rPr>
                            <a:t>Radius ratio R</a:t>
                          </a:r>
                        </a:p>
                      </a:txBody>
                      <a:tcPr/>
                    </a:tc>
                    <a:extLst>
                      <a:ext uri="{0D108BD9-81ED-4DB2-BD59-A6C34878D82A}">
                        <a16:rowId xmlns:a16="http://schemas.microsoft.com/office/drawing/2014/main" val="1142826704"/>
                      </a:ext>
                    </a:extLst>
                  </a:tr>
                  <a:tr h="494132">
                    <a:tc>
                      <a:txBody>
                        <a:bodyPr/>
                        <a:lstStyle/>
                        <a:p>
                          <a:r>
                            <a:rPr lang="en-US" sz="2400" dirty="0">
                              <a:latin typeface="Garamond" panose="02020404030301010803" pitchFamily="18" charset="0"/>
                            </a:rPr>
                            <a:t>Eccentricity e</a:t>
                          </a: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a:p>
                      </a:txBody>
                      <a:tcPr>
                        <a:blipFill>
                          <a:blip r:embed="rId5"/>
                          <a:stretch>
                            <a:fillRect l="-301270" t="-175309" r="-194921" b="-622222"/>
                          </a:stretch>
                        </a:blipFill>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extLst>
                      <a:ext uri="{0D108BD9-81ED-4DB2-BD59-A6C34878D82A}">
                        <a16:rowId xmlns:a16="http://schemas.microsoft.com/office/drawing/2014/main" val="1417779945"/>
                      </a:ext>
                    </a:extLst>
                  </a:tr>
                  <a:tr h="822960">
                    <a:tc>
                      <a:txBody>
                        <a:bodyPr/>
                        <a:lstStyle/>
                        <a:p>
                          <a:r>
                            <a:rPr lang="en-US" sz="2400" dirty="0">
                              <a:latin typeface="Garamond" panose="02020404030301010803" pitchFamily="18" charset="0"/>
                            </a:rPr>
                            <a:t>Mass ratio q</a:t>
                          </a:r>
                        </a:p>
                      </a:txBody>
                      <a:tcPr/>
                    </a:tc>
                    <a:tc>
                      <a:txBody>
                        <a:bodyPr/>
                        <a:lstStyle/>
                        <a:p>
                          <a:endParaRPr lang="en-US" sz="2400" dirty="0">
                            <a:latin typeface="Garamond" panose="02020404030301010803" pitchFamily="18" charset="0"/>
                          </a:endParaRPr>
                        </a:p>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extLst>
                      <a:ext uri="{0D108BD9-81ED-4DB2-BD59-A6C34878D82A}">
                        <a16:rowId xmlns:a16="http://schemas.microsoft.com/office/drawing/2014/main" val="2435110856"/>
                      </a:ext>
                    </a:extLst>
                  </a:tr>
                  <a:tr h="822960">
                    <a:tc>
                      <a:txBody>
                        <a:bodyPr/>
                        <a:lstStyle/>
                        <a:p>
                          <a:r>
                            <a:rPr lang="en-US" sz="2400" dirty="0">
                              <a:latin typeface="Garamond" panose="02020404030301010803" pitchFamily="18" charset="0"/>
                            </a:rPr>
                            <a:t>Orbital Period P</a:t>
                          </a: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extLst>
                      <a:ext uri="{0D108BD9-81ED-4DB2-BD59-A6C34878D82A}">
                        <a16:rowId xmlns:a16="http://schemas.microsoft.com/office/drawing/2014/main" val="2767985039"/>
                      </a:ext>
                    </a:extLst>
                  </a:tr>
                  <a:tr h="822960">
                    <a:tc>
                      <a:txBody>
                        <a:bodyPr/>
                        <a:lstStyle/>
                        <a:p>
                          <a:r>
                            <a:rPr lang="en-US" sz="2400" dirty="0">
                              <a:latin typeface="Garamond" panose="02020404030301010803" pitchFamily="18" charset="0"/>
                            </a:rPr>
                            <a:t>Semimajor axis a</a:t>
                          </a: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extLst>
                      <a:ext uri="{0D108BD9-81ED-4DB2-BD59-A6C34878D82A}">
                        <a16:rowId xmlns:a16="http://schemas.microsoft.com/office/drawing/2014/main" val="1942473870"/>
                      </a:ext>
                    </a:extLst>
                  </a:tr>
                  <a:tr h="494132">
                    <a:tc>
                      <a:txBody>
                        <a:bodyPr/>
                        <a:lstStyle/>
                        <a:p>
                          <a:r>
                            <a:rPr lang="en-US" sz="2400" dirty="0">
                              <a:latin typeface="Garamond" panose="02020404030301010803" pitchFamily="18" charset="0"/>
                            </a:rPr>
                            <a:t>Radius R </a:t>
                          </a: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extLst>
                      <a:ext uri="{0D108BD9-81ED-4DB2-BD59-A6C34878D82A}">
                        <a16:rowId xmlns:a16="http://schemas.microsoft.com/office/drawing/2014/main" val="3811881790"/>
                      </a:ext>
                    </a:extLst>
                  </a:tr>
                </a:tbl>
              </a:graphicData>
            </a:graphic>
          </p:graphicFrame>
        </mc:Fallback>
      </mc:AlternateContent>
      <p:sp>
        <p:nvSpPr>
          <p:cNvPr id="6" name="Rechteck: abgerundete Ecken 5">
            <a:extLst>
              <a:ext uri="{FF2B5EF4-FFF2-40B4-BE49-F238E27FC236}">
                <a16:creationId xmlns:a16="http://schemas.microsoft.com/office/drawing/2014/main" id="{75A5A8A8-C19D-0F38-1307-604062B341FE}"/>
              </a:ext>
            </a:extLst>
          </p:cNvPr>
          <p:cNvSpPr/>
          <p:nvPr/>
        </p:nvSpPr>
        <p:spPr>
          <a:xfrm>
            <a:off x="14458951" y="5167760"/>
            <a:ext cx="6289758" cy="1506720"/>
          </a:xfrm>
          <a:prstGeom prst="roundRect">
            <a:avLst>
              <a:gd name="adj" fmla="val 9979"/>
            </a:avLst>
          </a:prstGeom>
          <a:solidFill>
            <a:srgbClr val="3333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0" i="0" dirty="0">
                <a:solidFill>
                  <a:srgbClr val="F0F6FC"/>
                </a:solidFill>
                <a:effectLst/>
                <a:latin typeface="Garamond" panose="02020404030301010803" pitchFamily="18" charset="0"/>
              </a:rPr>
              <a:t>What observational biases are present in the SB9 and ORB6 binary star catalogues when compared to theoretically expected binary star populations? </a:t>
            </a:r>
            <a:endParaRPr lang="en-US" dirty="0">
              <a:latin typeface="Garamond" panose="02020404030301010803" pitchFamily="18" charset="0"/>
            </a:endParaRPr>
          </a:p>
        </p:txBody>
      </p:sp>
      <p:sp>
        <p:nvSpPr>
          <p:cNvPr id="9" name="Textfeld 8">
            <a:extLst>
              <a:ext uri="{FF2B5EF4-FFF2-40B4-BE49-F238E27FC236}">
                <a16:creationId xmlns:a16="http://schemas.microsoft.com/office/drawing/2014/main" id="{92C232B5-1E0E-ADAC-220A-118557C703BD}"/>
              </a:ext>
            </a:extLst>
          </p:cNvPr>
          <p:cNvSpPr txBox="1"/>
          <p:nvPr/>
        </p:nvSpPr>
        <p:spPr>
          <a:xfrm>
            <a:off x="13065221" y="6790592"/>
            <a:ext cx="7683487" cy="1938992"/>
          </a:xfrm>
          <a:prstGeom prst="rect">
            <a:avLst/>
          </a:prstGeom>
          <a:noFill/>
        </p:spPr>
        <p:txBody>
          <a:bodyPr wrap="square" rtlCol="0">
            <a:spAutoFit/>
          </a:bodyPr>
          <a:lstStyle/>
          <a:p>
            <a:pPr algn="r"/>
            <a:r>
              <a:rPr kumimoji="0" lang="en-US" sz="2400" b="0" i="0" u="none" strike="noStrike" kern="1200" cap="none" spc="0" normalizeH="0" baseline="0" noProof="0" dirty="0">
                <a:ln>
                  <a:noFill/>
                </a:ln>
                <a:solidFill>
                  <a:srgbClr val="000000"/>
                </a:solidFill>
                <a:effectLst/>
                <a:uLnTx/>
                <a:uFillTx/>
                <a:latin typeface="Garamond" panose="02020404030301010803" pitchFamily="18" charset="0"/>
                <a:ea typeface="+mn-ea"/>
                <a:cs typeface="+mn-cs"/>
              </a:rPr>
              <a:t>Specifically, we will analyze the differences between observed and theoretical distributions of eccentricity, mass ratio, radius ratio, orbital period, and semi-major axis and the observational biases expected from the detection methods used in these catalogues.</a:t>
            </a:r>
            <a:endParaRPr lang="en-US" dirty="0"/>
          </a:p>
        </p:txBody>
      </p:sp>
      <p:pic>
        <p:nvPicPr>
          <p:cNvPr id="11" name="Grafik 10">
            <a:extLst>
              <a:ext uri="{FF2B5EF4-FFF2-40B4-BE49-F238E27FC236}">
                <a16:creationId xmlns:a16="http://schemas.microsoft.com/office/drawing/2014/main" id="{13091CF6-D939-61E3-B772-F2B2A691074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856740" y="8458667"/>
            <a:ext cx="5520753" cy="4051522"/>
          </a:xfrm>
          <a:prstGeom prst="rect">
            <a:avLst/>
          </a:prstGeom>
        </p:spPr>
      </p:pic>
      <p:sp>
        <p:nvSpPr>
          <p:cNvPr id="38" name="Ellipse 37">
            <a:extLst>
              <a:ext uri="{FF2B5EF4-FFF2-40B4-BE49-F238E27FC236}">
                <a16:creationId xmlns:a16="http://schemas.microsoft.com/office/drawing/2014/main" id="{B039DC59-8B27-C6AE-F950-07622A303ABE}"/>
              </a:ext>
            </a:extLst>
          </p:cNvPr>
          <p:cNvSpPr/>
          <p:nvPr/>
        </p:nvSpPr>
        <p:spPr>
          <a:xfrm>
            <a:off x="19611897" y="12170075"/>
            <a:ext cx="3600000" cy="3600000"/>
          </a:xfrm>
          <a:prstGeom prst="ellipse">
            <a:avLst/>
          </a:prstGeom>
          <a:solidFill>
            <a:srgbClr val="C24D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feld 11">
            <a:extLst>
              <a:ext uri="{FF2B5EF4-FFF2-40B4-BE49-F238E27FC236}">
                <a16:creationId xmlns:a16="http://schemas.microsoft.com/office/drawing/2014/main" id="{D360F485-59C6-689F-22F4-1828217D52C6}"/>
              </a:ext>
            </a:extLst>
          </p:cNvPr>
          <p:cNvSpPr txBox="1"/>
          <p:nvPr/>
        </p:nvSpPr>
        <p:spPr>
          <a:xfrm>
            <a:off x="312829" y="13101877"/>
            <a:ext cx="9818502" cy="461665"/>
          </a:xfrm>
          <a:prstGeom prst="rect">
            <a:avLst/>
          </a:prstGeom>
          <a:noFill/>
        </p:spPr>
        <p:txBody>
          <a:bodyPr wrap="square">
            <a:spAutoFit/>
          </a:bodyPr>
          <a:lstStyle/>
          <a:p>
            <a:r>
              <a:rPr lang="en-US" sz="2400" b="1" i="1" dirty="0">
                <a:solidFill>
                  <a:srgbClr val="000000"/>
                </a:solidFill>
                <a:latin typeface="Garamond" panose="02020404030301010803" pitchFamily="18" charset="0"/>
              </a:rPr>
              <a:t>Table 1</a:t>
            </a:r>
            <a:r>
              <a:rPr lang="en-US" sz="2400" dirty="0">
                <a:solidFill>
                  <a:srgbClr val="000000"/>
                </a:solidFill>
                <a:latin typeface="Garamond" panose="02020404030301010803" pitchFamily="18" charset="0"/>
              </a:rPr>
              <a:t>. Theoretical distributions of binary star systems based on theory. </a:t>
            </a:r>
            <a:endParaRPr lang="en-US" sz="2400" dirty="0">
              <a:latin typeface="Garamond" panose="02020404030301010803" pitchFamily="18" charset="0"/>
            </a:endParaRPr>
          </a:p>
        </p:txBody>
      </p:sp>
      <p:sp>
        <p:nvSpPr>
          <p:cNvPr id="13" name="Textfeld 12">
            <a:extLst>
              <a:ext uri="{FF2B5EF4-FFF2-40B4-BE49-F238E27FC236}">
                <a16:creationId xmlns:a16="http://schemas.microsoft.com/office/drawing/2014/main" id="{ED759B63-C847-80C1-30B5-B6ED7A60C236}"/>
              </a:ext>
            </a:extLst>
          </p:cNvPr>
          <p:cNvSpPr txBox="1"/>
          <p:nvPr/>
        </p:nvSpPr>
        <p:spPr>
          <a:xfrm>
            <a:off x="651691" y="3483050"/>
            <a:ext cx="9087296" cy="369332"/>
          </a:xfrm>
          <a:prstGeom prst="rect">
            <a:avLst/>
          </a:prstGeom>
          <a:noFill/>
        </p:spPr>
        <p:txBody>
          <a:bodyPr wrap="none" rtlCol="0">
            <a:spAutoFit/>
          </a:bodyPr>
          <a:lstStyle/>
          <a:p>
            <a:r>
              <a:rPr lang="en-US" dirty="0">
                <a:latin typeface="Garamond" panose="02020404030301010803" pitchFamily="18" charset="0"/>
              </a:rPr>
              <a:t>Authors: Elja Meuter (s4500229), Wouter de Wit (s----), Damian </a:t>
            </a:r>
            <a:r>
              <a:rPr lang="en-US" dirty="0" err="1">
                <a:latin typeface="Garamond" panose="02020404030301010803" pitchFamily="18" charset="0"/>
              </a:rPr>
              <a:t>Sloos</a:t>
            </a:r>
            <a:r>
              <a:rPr lang="en-US" dirty="0">
                <a:latin typeface="Garamond" panose="02020404030301010803" pitchFamily="18" charset="0"/>
              </a:rPr>
              <a:t> (s----), Tobias de Cock (s----)</a:t>
            </a:r>
          </a:p>
        </p:txBody>
      </p:sp>
      <p:pic>
        <p:nvPicPr>
          <p:cNvPr id="15" name="Grafik 14">
            <a:extLst>
              <a:ext uri="{FF2B5EF4-FFF2-40B4-BE49-F238E27FC236}">
                <a16:creationId xmlns:a16="http://schemas.microsoft.com/office/drawing/2014/main" id="{B4A26CA4-34CA-DED0-A2B6-609667DB694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6469427" y="207020"/>
            <a:ext cx="4702967" cy="2078055"/>
          </a:xfrm>
          <a:prstGeom prst="rect">
            <a:avLst/>
          </a:prstGeom>
        </p:spPr>
      </p:pic>
      <p:graphicFrame>
        <p:nvGraphicFramePr>
          <p:cNvPr id="16" name="Tabelle 15">
            <a:extLst>
              <a:ext uri="{FF2B5EF4-FFF2-40B4-BE49-F238E27FC236}">
                <a16:creationId xmlns:a16="http://schemas.microsoft.com/office/drawing/2014/main" id="{94399FEF-B43E-87CD-14AE-705E86E62D60}"/>
              </a:ext>
            </a:extLst>
          </p:cNvPr>
          <p:cNvGraphicFramePr>
            <a:graphicFrameLocks noGrp="1"/>
          </p:cNvGraphicFramePr>
          <p:nvPr>
            <p:extLst>
              <p:ext uri="{D42A27DB-BD31-4B8C-83A1-F6EECF244321}">
                <p14:modId xmlns:p14="http://schemas.microsoft.com/office/powerpoint/2010/main" val="3148053890"/>
              </p:ext>
            </p:extLst>
          </p:nvPr>
        </p:nvGraphicFramePr>
        <p:xfrm>
          <a:off x="13547981" y="16326172"/>
          <a:ext cx="7683486" cy="4592079"/>
        </p:xfrm>
        <a:graphic>
          <a:graphicData uri="http://schemas.openxmlformats.org/drawingml/2006/table">
            <a:tbl>
              <a:tblPr firstRow="1" bandRow="1">
                <a:tableStyleId>{5940675A-B579-460E-94D1-54222C63F5DA}</a:tableStyleId>
              </a:tblPr>
              <a:tblGrid>
                <a:gridCol w="3841743">
                  <a:extLst>
                    <a:ext uri="{9D8B030D-6E8A-4147-A177-3AD203B41FA5}">
                      <a16:colId xmlns:a16="http://schemas.microsoft.com/office/drawing/2014/main" val="1884549708"/>
                    </a:ext>
                  </a:extLst>
                </a:gridCol>
                <a:gridCol w="3841743">
                  <a:extLst>
                    <a:ext uri="{9D8B030D-6E8A-4147-A177-3AD203B41FA5}">
                      <a16:colId xmlns:a16="http://schemas.microsoft.com/office/drawing/2014/main" val="3529507465"/>
                    </a:ext>
                  </a:extLst>
                </a:gridCol>
              </a:tblGrid>
              <a:tr h="4592079">
                <a:tc>
                  <a:txBody>
                    <a:bodyPr/>
                    <a:lstStyle/>
                    <a:p>
                      <a:pPr algn="ctr"/>
                      <a:r>
                        <a:rPr lang="en-US" sz="2400" b="1" i="0" dirty="0">
                          <a:latin typeface="Garamond" panose="02020404030301010803" pitchFamily="18" charset="0"/>
                        </a:rPr>
                        <a:t>SB9</a:t>
                      </a:r>
                    </a:p>
                    <a:p>
                      <a:pPr algn="just">
                        <a:spcAft>
                          <a:spcPts val="1125"/>
                        </a:spcAft>
                        <a:buNone/>
                      </a:pPr>
                      <a:r>
                        <a:rPr lang="en-US" sz="2400" dirty="0">
                          <a:latin typeface="Garamond" panose="02020404030301010803" pitchFamily="18" charset="0"/>
                        </a:rPr>
                        <a:t>We find …. Biased towards inclination of 90° </a:t>
                      </a:r>
                      <a:r>
                        <a:rPr lang="en-US" sz="2400" dirty="0" err="1">
                          <a:latin typeface="Garamond" panose="02020404030301010803" pitchFamily="18" charset="0"/>
                        </a:rPr>
                        <a:t>balbalbal</a:t>
                      </a:r>
                      <a:endParaRPr lang="en-US" sz="2400" dirty="0">
                        <a:latin typeface="Garamond" panose="02020404030301010803" pitchFamily="18"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tcPr>
                </a:tc>
                <a:tc>
                  <a:txBody>
                    <a:bodyPr/>
                    <a:lstStyle/>
                    <a:p>
                      <a:pPr algn="ctr"/>
                      <a:r>
                        <a:rPr lang="en-US" sz="2400" b="1" dirty="0">
                          <a:latin typeface="Garamond" panose="02020404030301010803" pitchFamily="18" charset="0"/>
                        </a:rPr>
                        <a:t>ORB6</a:t>
                      </a:r>
                    </a:p>
                    <a:p>
                      <a:pPr algn="l"/>
                      <a:r>
                        <a:rPr lang="en-US" sz="2400" b="0" dirty="0">
                          <a:latin typeface="Garamond" panose="02020404030301010803" pitchFamily="18" charset="0"/>
                        </a:rPr>
                        <a:t>Biased towards shorter periods </a:t>
                      </a:r>
                      <a:r>
                        <a:rPr lang="en-US" sz="2400" b="0" dirty="0" err="1">
                          <a:latin typeface="Garamond" panose="02020404030301010803" pitchFamily="18" charset="0"/>
                        </a:rPr>
                        <a:t>blabalbla</a:t>
                      </a:r>
                      <a:endParaRPr lang="en-US" sz="2400" b="0" dirty="0">
                        <a:latin typeface="Garamond" panose="02020404030301010803" pitchFamily="18" charset="0"/>
                      </a:endParaRPr>
                    </a:p>
                    <a:p>
                      <a:pPr algn="l"/>
                      <a:r>
                        <a:rPr lang="en-US" sz="2400" b="0" i="0" dirty="0">
                          <a:solidFill>
                            <a:srgbClr val="2A2A2A"/>
                          </a:solidFill>
                          <a:effectLst/>
                          <a:latin typeface="Merriweather" panose="00000500000000000000" pitchFamily="2" charset="0"/>
                        </a:rPr>
                        <a:t>f visual orbits is strongly biased against large eccentricities.</a:t>
                      </a:r>
                      <a:endParaRPr lang="en-US" sz="2400" b="0" dirty="0">
                        <a:latin typeface="Garamond" panose="02020404030301010803" pitchFamily="18"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tcPr>
                </a:tc>
                <a:extLst>
                  <a:ext uri="{0D108BD9-81ED-4DB2-BD59-A6C34878D82A}">
                    <a16:rowId xmlns:a16="http://schemas.microsoft.com/office/drawing/2014/main" val="3166390322"/>
                  </a:ext>
                </a:extLst>
              </a:tr>
            </a:tbl>
          </a:graphicData>
        </a:graphic>
      </p:graphicFrame>
      <p:pic>
        <p:nvPicPr>
          <p:cNvPr id="20" name="Grafik 19">
            <a:extLst>
              <a:ext uri="{FF2B5EF4-FFF2-40B4-BE49-F238E27FC236}">
                <a16:creationId xmlns:a16="http://schemas.microsoft.com/office/drawing/2014/main" id="{CBC2D1EC-58A7-8E38-5A62-5F95B4794C0D}"/>
              </a:ext>
            </a:extLst>
          </p:cNvPr>
          <p:cNvPicPr>
            <a:picLocks noChangeAspect="1"/>
          </p:cNvPicPr>
          <p:nvPr/>
        </p:nvPicPr>
        <p:blipFill>
          <a:blip r:embed="rId8">
            <a:duotone>
              <a:prstClr val="black"/>
              <a:srgbClr val="F2EBE2">
                <a:tint val="45000"/>
                <a:satMod val="400000"/>
              </a:srgbClr>
            </a:duotone>
          </a:blip>
          <a:stretch>
            <a:fillRect/>
          </a:stretch>
        </p:blipFill>
        <p:spPr>
          <a:xfrm>
            <a:off x="19120713" y="28119688"/>
            <a:ext cx="2000265" cy="2038365"/>
          </a:xfrm>
          <a:prstGeom prst="rect">
            <a:avLst/>
          </a:prstGeom>
        </p:spPr>
      </p:pic>
      <p:sp>
        <p:nvSpPr>
          <p:cNvPr id="21" name="Textfeld 20">
            <a:extLst>
              <a:ext uri="{FF2B5EF4-FFF2-40B4-BE49-F238E27FC236}">
                <a16:creationId xmlns:a16="http://schemas.microsoft.com/office/drawing/2014/main" id="{3B83DCEF-94AB-AC46-83D6-D9A1370B6283}"/>
              </a:ext>
            </a:extLst>
          </p:cNvPr>
          <p:cNvSpPr txBox="1"/>
          <p:nvPr/>
        </p:nvSpPr>
        <p:spPr>
          <a:xfrm>
            <a:off x="218459" y="18139506"/>
            <a:ext cx="9746459" cy="461665"/>
          </a:xfrm>
          <a:prstGeom prst="rect">
            <a:avLst/>
          </a:prstGeom>
          <a:noFill/>
          <a:ln>
            <a:noFill/>
          </a:ln>
        </p:spPr>
        <p:txBody>
          <a:bodyPr wrap="square" rtlCol="0">
            <a:spAutoFit/>
          </a:bodyPr>
          <a:lstStyle/>
          <a:p>
            <a:r>
              <a:rPr lang="en-US" sz="2400" dirty="0">
                <a:highlight>
                  <a:srgbClr val="FFFF00"/>
                </a:highlight>
                <a:latin typeface="Garamond" panose="02020404030301010803" pitchFamily="18" charset="0"/>
              </a:rPr>
              <a:t>Short description of theoretical distributions found</a:t>
            </a:r>
          </a:p>
        </p:txBody>
      </p:sp>
      <p:sp>
        <p:nvSpPr>
          <p:cNvPr id="22" name="Textfeld 21">
            <a:extLst>
              <a:ext uri="{FF2B5EF4-FFF2-40B4-BE49-F238E27FC236}">
                <a16:creationId xmlns:a16="http://schemas.microsoft.com/office/drawing/2014/main" id="{FF95607A-AB6C-1371-F2E6-5043AE7262D1}"/>
              </a:ext>
            </a:extLst>
          </p:cNvPr>
          <p:cNvSpPr txBox="1"/>
          <p:nvPr/>
        </p:nvSpPr>
        <p:spPr>
          <a:xfrm>
            <a:off x="14856740" y="12270316"/>
            <a:ext cx="4755157" cy="1938992"/>
          </a:xfrm>
          <a:prstGeom prst="rect">
            <a:avLst/>
          </a:prstGeom>
          <a:noFill/>
        </p:spPr>
        <p:txBody>
          <a:bodyPr wrap="square" rtlCol="0">
            <a:spAutoFit/>
          </a:bodyPr>
          <a:lstStyle/>
          <a:p>
            <a:r>
              <a:rPr lang="en-US" sz="2400" b="1" i="1" dirty="0">
                <a:latin typeface="Garamond" panose="02020404030301010803" pitchFamily="18" charset="0"/>
              </a:rPr>
              <a:t>Figure 1</a:t>
            </a:r>
            <a:r>
              <a:rPr lang="en-US" sz="2400" dirty="0">
                <a:latin typeface="Garamond" panose="02020404030301010803" pitchFamily="18" charset="0"/>
              </a:rPr>
              <a:t>. Spectroscopic binary stars detection explained. </a:t>
            </a:r>
          </a:p>
          <a:p>
            <a:r>
              <a:rPr lang="en-US" sz="2400" dirty="0">
                <a:latin typeface="Garamond" panose="02020404030301010803" pitchFamily="18" charset="0"/>
              </a:rPr>
              <a:t>We note that from the detection method alone we can already infer some biases.</a:t>
            </a:r>
          </a:p>
        </p:txBody>
      </p:sp>
    </p:spTree>
    <p:extLst>
      <p:ext uri="{BB962C8B-B14F-4D97-AF65-F5344CB8AC3E}">
        <p14:creationId xmlns:p14="http://schemas.microsoft.com/office/powerpoint/2010/main" val="16312602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BE2"/>
        </a:solidFill>
        <a:effectLst/>
      </p:bgPr>
    </p:bg>
    <p:spTree>
      <p:nvGrpSpPr>
        <p:cNvPr id="1" name="">
          <a:extLst>
            <a:ext uri="{FF2B5EF4-FFF2-40B4-BE49-F238E27FC236}">
              <a16:creationId xmlns:a16="http://schemas.microsoft.com/office/drawing/2014/main" id="{95BCACB5-DEC6-4D38-08A2-3709A085154B}"/>
            </a:ext>
          </a:extLst>
        </p:cNvPr>
        <p:cNvGrpSpPr/>
        <p:nvPr/>
      </p:nvGrpSpPr>
      <p:grpSpPr>
        <a:xfrm>
          <a:off x="0" y="0"/>
          <a:ext cx="0" cy="0"/>
          <a:chOff x="0" y="0"/>
          <a:chExt cx="0" cy="0"/>
        </a:xfrm>
      </p:grpSpPr>
      <p:sp>
        <p:nvSpPr>
          <p:cNvPr id="40" name="Ellipse 39">
            <a:extLst>
              <a:ext uri="{FF2B5EF4-FFF2-40B4-BE49-F238E27FC236}">
                <a16:creationId xmlns:a16="http://schemas.microsoft.com/office/drawing/2014/main" id="{D92FACD9-460B-AEA0-C30E-770F9BDF655E}"/>
              </a:ext>
            </a:extLst>
          </p:cNvPr>
          <p:cNvSpPr/>
          <p:nvPr/>
        </p:nvSpPr>
        <p:spPr>
          <a:xfrm rot="20002223">
            <a:off x="-3765161" y="10355549"/>
            <a:ext cx="19204405" cy="10591923"/>
          </a:xfrm>
          <a:prstGeom prst="ellipse">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Ellipse 38">
            <a:extLst>
              <a:ext uri="{FF2B5EF4-FFF2-40B4-BE49-F238E27FC236}">
                <a16:creationId xmlns:a16="http://schemas.microsoft.com/office/drawing/2014/main" id="{4992B22D-65EB-A195-8C08-E9F2D4654393}"/>
              </a:ext>
            </a:extLst>
          </p:cNvPr>
          <p:cNvSpPr/>
          <p:nvPr/>
        </p:nvSpPr>
        <p:spPr>
          <a:xfrm>
            <a:off x="2773680" y="9757046"/>
            <a:ext cx="1800000" cy="1800000"/>
          </a:xfrm>
          <a:prstGeom prst="ellipse">
            <a:avLst/>
          </a:prstGeom>
          <a:solidFill>
            <a:srgbClr val="C24D3F"/>
          </a:solidFill>
          <a:ln>
            <a:solidFill>
              <a:srgbClr val="963C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Ellipse 40">
            <a:extLst>
              <a:ext uri="{FF2B5EF4-FFF2-40B4-BE49-F238E27FC236}">
                <a16:creationId xmlns:a16="http://schemas.microsoft.com/office/drawing/2014/main" id="{DA7B8F20-462B-5A17-1D17-DD404913488C}"/>
              </a:ext>
            </a:extLst>
          </p:cNvPr>
          <p:cNvSpPr/>
          <p:nvPr/>
        </p:nvSpPr>
        <p:spPr>
          <a:xfrm rot="20002223">
            <a:off x="11564988" y="2885035"/>
            <a:ext cx="14831729" cy="10484294"/>
          </a:xfrm>
          <a:prstGeom prst="ellipse">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feld 42">
            <a:extLst>
              <a:ext uri="{FF2B5EF4-FFF2-40B4-BE49-F238E27FC236}">
                <a16:creationId xmlns:a16="http://schemas.microsoft.com/office/drawing/2014/main" id="{99AB6E95-A13E-250B-47C6-51C9E473A034}"/>
              </a:ext>
            </a:extLst>
          </p:cNvPr>
          <p:cNvSpPr txBox="1"/>
          <p:nvPr/>
        </p:nvSpPr>
        <p:spPr>
          <a:xfrm>
            <a:off x="579121" y="518160"/>
            <a:ext cx="14935199" cy="2467048"/>
          </a:xfrm>
          <a:prstGeom prst="rect">
            <a:avLst/>
          </a:prstGeom>
          <a:noFill/>
        </p:spPr>
        <p:txBody>
          <a:bodyPr wrap="none" rtlCol="0">
            <a:prstTxWarp prst="textCascadeUp">
              <a:avLst>
                <a:gd name="adj" fmla="val 43406"/>
              </a:avLst>
            </a:prstTxWarp>
            <a:spAutoFit/>
          </a:bodyPr>
          <a:lstStyle/>
          <a:p>
            <a:r>
              <a:rPr lang="en-US" sz="41300" b="1" dirty="0">
                <a:solidFill>
                  <a:srgbClr val="333333"/>
                </a:solidFill>
                <a:effectLst>
                  <a:outerShdw blurRad="50800" dist="38100" dir="8100000" algn="tr" rotWithShape="0">
                    <a:prstClr val="black">
                      <a:alpha val="40000"/>
                    </a:prstClr>
                  </a:outerShdw>
                </a:effectLst>
                <a:latin typeface="Garamond" panose="02020404030301010803" pitchFamily="18" charset="0"/>
              </a:rPr>
              <a:t>Bias in the Sky</a:t>
            </a:r>
          </a:p>
        </p:txBody>
      </p:sp>
      <p:sp>
        <p:nvSpPr>
          <p:cNvPr id="45" name="Textfeld 44">
            <a:extLst>
              <a:ext uri="{FF2B5EF4-FFF2-40B4-BE49-F238E27FC236}">
                <a16:creationId xmlns:a16="http://schemas.microsoft.com/office/drawing/2014/main" id="{AEF84A4A-6041-C9FC-F436-65A5DB62A07E}"/>
              </a:ext>
            </a:extLst>
          </p:cNvPr>
          <p:cNvSpPr txBox="1"/>
          <p:nvPr/>
        </p:nvSpPr>
        <p:spPr>
          <a:xfrm>
            <a:off x="579121" y="2652053"/>
            <a:ext cx="15346680" cy="1015663"/>
          </a:xfrm>
          <a:prstGeom prst="rect">
            <a:avLst/>
          </a:prstGeom>
          <a:noFill/>
        </p:spPr>
        <p:txBody>
          <a:bodyPr wrap="square">
            <a:spAutoFit/>
          </a:bodyPr>
          <a:lstStyle/>
          <a:p>
            <a:r>
              <a:rPr lang="en-US" sz="6000" b="1" dirty="0">
                <a:solidFill>
                  <a:srgbClr val="333333"/>
                </a:solidFill>
                <a:latin typeface="Garamond" panose="02020404030301010803" pitchFamily="18" charset="0"/>
              </a:rPr>
              <a:t>Observational Bias in Binary Star Catalogues</a:t>
            </a:r>
          </a:p>
        </p:txBody>
      </p:sp>
      <p:sp>
        <p:nvSpPr>
          <p:cNvPr id="47" name="Textfeld 46">
            <a:extLst>
              <a:ext uri="{FF2B5EF4-FFF2-40B4-BE49-F238E27FC236}">
                <a16:creationId xmlns:a16="http://schemas.microsoft.com/office/drawing/2014/main" id="{66135D28-F103-42F4-96DB-10ACA820D7F2}"/>
              </a:ext>
            </a:extLst>
          </p:cNvPr>
          <p:cNvSpPr txBox="1"/>
          <p:nvPr/>
        </p:nvSpPr>
        <p:spPr>
          <a:xfrm>
            <a:off x="603884" y="3667716"/>
            <a:ext cx="11136183" cy="5201424"/>
          </a:xfrm>
          <a:prstGeom prst="rect">
            <a:avLst/>
          </a:prstGeom>
          <a:noFill/>
          <a:ln>
            <a:noFill/>
          </a:ln>
        </p:spPr>
        <p:txBody>
          <a:bodyPr wrap="square" rtlCol="0">
            <a:spAutoFit/>
          </a:bodyPr>
          <a:lstStyle/>
          <a:p>
            <a:r>
              <a:rPr lang="en-US" sz="4400" b="1" dirty="0">
                <a:latin typeface="Garamond" panose="02020404030301010803" pitchFamily="18" charset="0"/>
              </a:rPr>
              <a:t>Introduction</a:t>
            </a:r>
          </a:p>
          <a:p>
            <a:r>
              <a:rPr lang="en-US" sz="2400" i="1" dirty="0">
                <a:latin typeface="Garamond" panose="02020404030301010803" pitchFamily="18" charset="0"/>
              </a:rPr>
              <a:t>Bias in the Sky </a:t>
            </a:r>
            <a:r>
              <a:rPr lang="en-US" sz="2400" dirty="0">
                <a:latin typeface="Garamond" panose="02020404030301010803" pitchFamily="18" charset="0"/>
              </a:rPr>
              <a:t>explores a common challenge in astronomy: the stars we observe are not always a fair representation of the stars that actually exist.</a:t>
            </a:r>
          </a:p>
          <a:p>
            <a:r>
              <a:rPr lang="en-US" sz="2400" dirty="0">
                <a:latin typeface="Garamond" panose="02020404030301010803" pitchFamily="18" charset="0"/>
              </a:rPr>
              <a:t>Astronomers rely on large binary star catalogues to study how pairs of stars form, evolve, and interact. But every telescope and detection method comes with its own observational bias - some binaries are easier to detect than others. As a result, catalogues can miss entire parts of the true binary star population.</a:t>
            </a:r>
          </a:p>
          <a:p>
            <a:r>
              <a:rPr lang="en-US" sz="2400" dirty="0">
                <a:latin typeface="Garamond" panose="02020404030301010803" pitchFamily="18" charset="0"/>
              </a:rPr>
              <a:t>Correcting for these biases is essential. However, each survey observes the sky in a different way, making it challenging to separate real astrophysical trends from observational effects.</a:t>
            </a:r>
          </a:p>
          <a:p>
            <a:r>
              <a:rPr lang="en-US" sz="2400" dirty="0">
                <a:latin typeface="Garamond" panose="02020404030301010803" pitchFamily="18" charset="0"/>
              </a:rPr>
              <a:t>This project investigates the observational bias present in the SB9 and ORB6 binary star catalogues by comparing them with theoretical binary star models. By quantifying these hidden selection effects, we aim to better uncover the true underlying distributions of binary star systems.</a:t>
            </a:r>
          </a:p>
        </p:txBody>
      </p:sp>
      <p:sp>
        <p:nvSpPr>
          <p:cNvPr id="49" name="Textfeld 48">
            <a:extLst>
              <a:ext uri="{FF2B5EF4-FFF2-40B4-BE49-F238E27FC236}">
                <a16:creationId xmlns:a16="http://schemas.microsoft.com/office/drawing/2014/main" id="{DD56A572-1F4D-C6B2-90C7-8969A61690FA}"/>
              </a:ext>
            </a:extLst>
          </p:cNvPr>
          <p:cNvSpPr txBox="1"/>
          <p:nvPr/>
        </p:nvSpPr>
        <p:spPr>
          <a:xfrm>
            <a:off x="14033881" y="3794719"/>
            <a:ext cx="6745859" cy="1138773"/>
          </a:xfrm>
          <a:prstGeom prst="rect">
            <a:avLst/>
          </a:prstGeom>
          <a:noFill/>
        </p:spPr>
        <p:txBody>
          <a:bodyPr wrap="square">
            <a:spAutoFit/>
          </a:bodyPr>
          <a:lstStyle/>
          <a:p>
            <a:pPr algn="r"/>
            <a:r>
              <a:rPr lang="en-US" sz="4400" b="1" dirty="0">
                <a:latin typeface="Garamond" panose="02020404030301010803" pitchFamily="18" charset="0"/>
              </a:rPr>
              <a:t>Aim</a:t>
            </a:r>
          </a:p>
          <a:p>
            <a:pPr algn="r">
              <a:spcAft>
                <a:spcPts val="1125"/>
              </a:spcAft>
              <a:buNone/>
            </a:pPr>
            <a:r>
              <a:rPr lang="en-US" sz="2400" b="0" i="0" dirty="0">
                <a:solidFill>
                  <a:srgbClr val="000000"/>
                </a:solidFill>
                <a:effectLst/>
                <a:latin typeface="Garamond" panose="02020404030301010803" pitchFamily="18" charset="0"/>
              </a:rPr>
              <a:t>We aim to answer the research question below.</a:t>
            </a:r>
          </a:p>
        </p:txBody>
      </p:sp>
      <p:sp>
        <p:nvSpPr>
          <p:cNvPr id="51" name="Textfeld 50">
            <a:extLst>
              <a:ext uri="{FF2B5EF4-FFF2-40B4-BE49-F238E27FC236}">
                <a16:creationId xmlns:a16="http://schemas.microsoft.com/office/drawing/2014/main" id="{B28C0572-D01B-70D6-A8B4-CE4059D2609D}"/>
              </a:ext>
            </a:extLst>
          </p:cNvPr>
          <p:cNvSpPr txBox="1"/>
          <p:nvPr/>
        </p:nvSpPr>
        <p:spPr>
          <a:xfrm>
            <a:off x="4589193" y="9923306"/>
            <a:ext cx="7277051" cy="2246769"/>
          </a:xfrm>
          <a:prstGeom prst="rect">
            <a:avLst/>
          </a:prstGeom>
          <a:noFill/>
        </p:spPr>
        <p:txBody>
          <a:bodyPr wrap="square">
            <a:spAutoFit/>
          </a:bodyPr>
          <a:lstStyle/>
          <a:p>
            <a:pPr algn="r"/>
            <a:r>
              <a:rPr lang="en-US" sz="4400" b="1" dirty="0">
                <a:latin typeface="Garamond" panose="02020404030301010803" pitchFamily="18" charset="0"/>
              </a:rPr>
              <a:t>Method</a:t>
            </a:r>
          </a:p>
          <a:p>
            <a:pPr algn="r"/>
            <a:r>
              <a:rPr lang="en-US" sz="2400" b="0" i="0" dirty="0">
                <a:solidFill>
                  <a:srgbClr val="000000"/>
                </a:solidFill>
                <a:effectLst/>
                <a:latin typeface="Garamond" panose="02020404030301010803" pitchFamily="18" charset="0"/>
              </a:rPr>
              <a:t>We generate synthetic binary star populations based on theory. Then we subtract our generated binary star population from the SB9 and ORB6 catalogues and plot the difference.  </a:t>
            </a:r>
            <a:endParaRPr lang="en-US" sz="2400" dirty="0">
              <a:latin typeface="Garamond" panose="02020404030301010803" pitchFamily="18" charset="0"/>
            </a:endParaRPr>
          </a:p>
        </p:txBody>
      </p:sp>
      <p:sp>
        <p:nvSpPr>
          <p:cNvPr id="72" name="Textfeld 71">
            <a:extLst>
              <a:ext uri="{FF2B5EF4-FFF2-40B4-BE49-F238E27FC236}">
                <a16:creationId xmlns:a16="http://schemas.microsoft.com/office/drawing/2014/main" id="{B53CE750-8391-BD4C-B55F-05D27B2480E6}"/>
              </a:ext>
            </a:extLst>
          </p:cNvPr>
          <p:cNvSpPr txBox="1"/>
          <p:nvPr/>
        </p:nvSpPr>
        <p:spPr>
          <a:xfrm>
            <a:off x="8502248" y="15612540"/>
            <a:ext cx="12246460" cy="4708981"/>
          </a:xfrm>
          <a:prstGeom prst="rect">
            <a:avLst/>
          </a:prstGeom>
          <a:noFill/>
          <a:ln>
            <a:noFill/>
          </a:ln>
        </p:spPr>
        <p:txBody>
          <a:bodyPr wrap="square" rtlCol="0">
            <a:spAutoFit/>
          </a:bodyPr>
          <a:lstStyle/>
          <a:p>
            <a:pPr algn="r"/>
            <a:r>
              <a:rPr lang="en-US" sz="4400" b="1" dirty="0">
                <a:latin typeface="Garamond" panose="02020404030301010803" pitchFamily="18" charset="0"/>
              </a:rPr>
              <a:t>Results</a:t>
            </a:r>
          </a:p>
          <a:p>
            <a:pPr algn="r"/>
            <a:r>
              <a:rPr lang="en-US" sz="3200" dirty="0"/>
              <a:t>Lorem ipsum dolor sit </a:t>
            </a:r>
            <a:r>
              <a:rPr lang="en-US" sz="3200" dirty="0" err="1"/>
              <a:t>amet</a:t>
            </a:r>
            <a:r>
              <a:rPr lang="en-US" sz="3200" dirty="0"/>
              <a:t>, </a:t>
            </a:r>
          </a:p>
          <a:p>
            <a:pPr algn="r"/>
            <a:r>
              <a:rPr lang="en-US" sz="3200" dirty="0" err="1"/>
              <a:t>consectetur</a:t>
            </a:r>
            <a:r>
              <a:rPr lang="en-US" sz="3200" dirty="0"/>
              <a:t> </a:t>
            </a:r>
            <a:r>
              <a:rPr lang="en-US" sz="3200" dirty="0" err="1"/>
              <a:t>adipiscing</a:t>
            </a:r>
            <a:r>
              <a:rPr lang="en-US" sz="3200" dirty="0"/>
              <a:t> </a:t>
            </a:r>
            <a:r>
              <a:rPr lang="en-US" sz="3200" dirty="0" err="1"/>
              <a:t>elit</a:t>
            </a:r>
            <a:r>
              <a:rPr lang="en-US" sz="3200" dirty="0"/>
              <a:t>. In </a:t>
            </a:r>
            <a:r>
              <a:rPr lang="en-US" sz="3200" dirty="0" err="1"/>
              <a:t>porttitor</a:t>
            </a:r>
            <a:endParaRPr lang="en-US" sz="3200" dirty="0"/>
          </a:p>
          <a:p>
            <a:pPr algn="r"/>
            <a:r>
              <a:rPr lang="en-US" sz="3200" dirty="0"/>
              <a:t> </a:t>
            </a:r>
            <a:r>
              <a:rPr lang="en-US" sz="3200" dirty="0" err="1"/>
              <a:t>leo</a:t>
            </a:r>
            <a:r>
              <a:rPr lang="en-US" sz="3200" dirty="0"/>
              <a:t> ac tempus dictum. Donec a libero </a:t>
            </a:r>
          </a:p>
          <a:p>
            <a:pPr algn="r"/>
            <a:r>
              <a:rPr lang="en-US" sz="3200" dirty="0"/>
              <a:t>Mal</a:t>
            </a:r>
          </a:p>
          <a:p>
            <a:pPr algn="r"/>
            <a:r>
              <a:rPr lang="en-US" sz="3200" dirty="0" err="1"/>
              <a:t>esuada</a:t>
            </a:r>
            <a:r>
              <a:rPr lang="en-US" sz="3200" dirty="0"/>
              <a:t>, </a:t>
            </a:r>
            <a:r>
              <a:rPr lang="en-US" sz="3200" dirty="0" err="1"/>
              <a:t>vulputate</a:t>
            </a:r>
            <a:r>
              <a:rPr lang="en-US" sz="3200" dirty="0"/>
              <a:t> dui </a:t>
            </a:r>
            <a:r>
              <a:rPr lang="en-US" sz="3200" dirty="0" err="1"/>
              <a:t>mattis</a:t>
            </a:r>
            <a:r>
              <a:rPr lang="en-US" sz="3200" dirty="0"/>
              <a:t>, </a:t>
            </a:r>
            <a:r>
              <a:rPr lang="en-US" sz="3200" dirty="0" err="1"/>
              <a:t>consequat</a:t>
            </a:r>
            <a:endParaRPr lang="en-US" sz="3200" dirty="0"/>
          </a:p>
          <a:p>
            <a:pPr algn="r"/>
            <a:r>
              <a:rPr lang="en-US" sz="3200" dirty="0"/>
              <a:t> </a:t>
            </a:r>
            <a:r>
              <a:rPr lang="en-US" sz="3200" dirty="0" err="1"/>
              <a:t>nisl</a:t>
            </a:r>
            <a:r>
              <a:rPr lang="en-US" sz="3200" dirty="0"/>
              <a:t>. </a:t>
            </a:r>
            <a:r>
              <a:rPr lang="en-US" sz="3200" dirty="0" err="1"/>
              <a:t>Curabitur</a:t>
            </a:r>
            <a:r>
              <a:rPr lang="en-US" sz="3200" dirty="0"/>
              <a:t> </a:t>
            </a:r>
            <a:r>
              <a:rPr lang="en-US" sz="3200" dirty="0" err="1"/>
              <a:t>iaculis</a:t>
            </a:r>
            <a:r>
              <a:rPr lang="en-US" sz="3200" dirty="0"/>
              <a:t> est </a:t>
            </a:r>
            <a:r>
              <a:rPr lang="en-US" sz="3200" dirty="0" err="1"/>
              <a:t>massa</a:t>
            </a:r>
            <a:r>
              <a:rPr lang="en-US" sz="3200" dirty="0"/>
              <a:t>.</a:t>
            </a:r>
          </a:p>
          <a:p>
            <a:pPr algn="r"/>
            <a:r>
              <a:rPr lang="en-US" sz="3200" dirty="0"/>
              <a:t> In pharetra nunc lorem. </a:t>
            </a:r>
            <a:r>
              <a:rPr lang="en-US" sz="3200" dirty="0" err="1"/>
              <a:t>Vivamus</a:t>
            </a:r>
            <a:r>
              <a:rPr lang="en-US" sz="3200" dirty="0"/>
              <a:t> in diam in </a:t>
            </a:r>
            <a:r>
              <a:rPr lang="en-US" sz="3200" dirty="0" err="1"/>
              <a:t>purus</a:t>
            </a:r>
            <a:r>
              <a:rPr lang="en-US" sz="3200" dirty="0"/>
              <a:t> </a:t>
            </a:r>
          </a:p>
          <a:p>
            <a:pPr algn="r"/>
            <a:r>
              <a:rPr lang="en-US" sz="3200" dirty="0" err="1"/>
              <a:t>elementum</a:t>
            </a:r>
            <a:r>
              <a:rPr lang="en-US" sz="3200" dirty="0"/>
              <a:t> </a:t>
            </a:r>
            <a:r>
              <a:rPr lang="en-US" sz="3200" dirty="0" err="1"/>
              <a:t>elementum</a:t>
            </a:r>
            <a:r>
              <a:rPr lang="en-US" sz="3200" dirty="0"/>
              <a:t>. Lorem ipsum dolor sit </a:t>
            </a:r>
            <a:r>
              <a:rPr lang="en-US" sz="3200" dirty="0" err="1"/>
              <a:t>amet</a:t>
            </a:r>
            <a:r>
              <a:rPr lang="en-US" sz="3200" dirty="0"/>
              <a:t>, </a:t>
            </a:r>
            <a:endParaRPr lang="en-US" sz="3200" dirty="0">
              <a:latin typeface="Garamond" panose="02020404030301010803" pitchFamily="18" charset="0"/>
            </a:endParaRPr>
          </a:p>
        </p:txBody>
      </p:sp>
      <p:pic>
        <p:nvPicPr>
          <p:cNvPr id="78" name="Grafik 77">
            <a:extLst>
              <a:ext uri="{FF2B5EF4-FFF2-40B4-BE49-F238E27FC236}">
                <a16:creationId xmlns:a16="http://schemas.microsoft.com/office/drawing/2014/main" id="{40A041BB-CB37-FD61-DD58-0FF0FB779EF5}"/>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43675" y="21548558"/>
            <a:ext cx="6800419" cy="3918595"/>
          </a:xfrm>
          <a:prstGeom prst="rect">
            <a:avLst/>
          </a:prstGeom>
        </p:spPr>
      </p:pic>
      <p:pic>
        <p:nvPicPr>
          <p:cNvPr id="80" name="Grafik 79">
            <a:extLst>
              <a:ext uri="{FF2B5EF4-FFF2-40B4-BE49-F238E27FC236}">
                <a16:creationId xmlns:a16="http://schemas.microsoft.com/office/drawing/2014/main" id="{6CC5BA6F-2C9A-0378-E2D3-C37859752FC4}"/>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3942577" y="21453090"/>
            <a:ext cx="6806131" cy="3918595"/>
          </a:xfrm>
          <a:prstGeom prst="rect">
            <a:avLst/>
          </a:prstGeom>
        </p:spPr>
      </p:pic>
      <p:sp>
        <p:nvSpPr>
          <p:cNvPr id="81" name="Textfeld 80">
            <a:extLst>
              <a:ext uri="{FF2B5EF4-FFF2-40B4-BE49-F238E27FC236}">
                <a16:creationId xmlns:a16="http://schemas.microsoft.com/office/drawing/2014/main" id="{64839DA5-6BA4-5539-C6A1-3F9A51E6B219}"/>
              </a:ext>
            </a:extLst>
          </p:cNvPr>
          <p:cNvSpPr txBox="1"/>
          <p:nvPr/>
        </p:nvSpPr>
        <p:spPr>
          <a:xfrm>
            <a:off x="312829" y="25335548"/>
            <a:ext cx="12888821" cy="5342488"/>
          </a:xfrm>
          <a:prstGeom prst="rect">
            <a:avLst/>
          </a:prstGeom>
          <a:noFill/>
          <a:ln>
            <a:noFill/>
          </a:ln>
        </p:spPr>
        <p:txBody>
          <a:bodyPr wrap="square" rtlCol="0">
            <a:spAutoFit/>
          </a:bodyPr>
          <a:lstStyle/>
          <a:p>
            <a:r>
              <a:rPr lang="en-US" sz="4400" b="1" dirty="0">
                <a:latin typeface="Garamond" panose="02020404030301010803" pitchFamily="18" charset="0"/>
              </a:rPr>
              <a:t>Conclusion</a:t>
            </a:r>
          </a:p>
          <a:p>
            <a:pPr algn="just">
              <a:spcAft>
                <a:spcPts val="1125"/>
              </a:spcAft>
              <a:buNone/>
            </a:pPr>
            <a:r>
              <a:rPr lang="en-US" sz="3200" dirty="0"/>
              <a:t>Lorem ipsum dolor sit </a:t>
            </a:r>
            <a:r>
              <a:rPr lang="en-US" sz="3200" dirty="0" err="1"/>
              <a:t>amet</a:t>
            </a:r>
            <a:r>
              <a:rPr lang="en-US" sz="3200" dirty="0"/>
              <a:t>, </a:t>
            </a:r>
            <a:r>
              <a:rPr lang="en-US" sz="3200" dirty="0" err="1"/>
              <a:t>consectetur</a:t>
            </a:r>
            <a:r>
              <a:rPr lang="en-US" sz="3200" dirty="0"/>
              <a:t> </a:t>
            </a:r>
            <a:r>
              <a:rPr lang="en-US" sz="3200" dirty="0" err="1"/>
              <a:t>adipiscing</a:t>
            </a:r>
            <a:r>
              <a:rPr lang="en-US" sz="3200" dirty="0"/>
              <a:t> </a:t>
            </a:r>
            <a:r>
              <a:rPr lang="en-US" sz="3200" dirty="0" err="1"/>
              <a:t>elit</a:t>
            </a:r>
            <a:r>
              <a:rPr lang="en-US" sz="3200" dirty="0"/>
              <a:t>. In </a:t>
            </a:r>
            <a:r>
              <a:rPr lang="en-US" sz="3200" dirty="0" err="1"/>
              <a:t>porttitor</a:t>
            </a:r>
            <a:r>
              <a:rPr lang="en-US" sz="3200" dirty="0"/>
              <a:t> </a:t>
            </a:r>
            <a:r>
              <a:rPr lang="en-US" sz="3200" dirty="0" err="1"/>
              <a:t>leo</a:t>
            </a:r>
            <a:r>
              <a:rPr lang="en-US" sz="3200" dirty="0"/>
              <a:t> ac tempus dictum. Donec a libero </a:t>
            </a:r>
            <a:r>
              <a:rPr lang="en-US" sz="3200" dirty="0" err="1"/>
              <a:t>malesuada</a:t>
            </a:r>
            <a:r>
              <a:rPr lang="en-US" sz="3200" dirty="0"/>
              <a:t>, </a:t>
            </a:r>
            <a:r>
              <a:rPr lang="en-US" sz="3200" dirty="0" err="1"/>
              <a:t>vulputate</a:t>
            </a:r>
            <a:r>
              <a:rPr lang="en-US" sz="3200" dirty="0"/>
              <a:t> dui </a:t>
            </a:r>
            <a:r>
              <a:rPr lang="en-US" sz="3200" dirty="0" err="1"/>
              <a:t>mattis</a:t>
            </a:r>
            <a:r>
              <a:rPr lang="en-US" sz="3200" dirty="0"/>
              <a:t>, </a:t>
            </a:r>
            <a:r>
              <a:rPr lang="en-US" sz="3200" dirty="0" err="1"/>
              <a:t>consequat</a:t>
            </a:r>
            <a:r>
              <a:rPr lang="en-US" sz="3200" dirty="0"/>
              <a:t> </a:t>
            </a:r>
            <a:r>
              <a:rPr lang="en-US" sz="3200" dirty="0" err="1"/>
              <a:t>nisl</a:t>
            </a:r>
            <a:r>
              <a:rPr lang="en-US" sz="3200" dirty="0"/>
              <a:t>. </a:t>
            </a:r>
            <a:r>
              <a:rPr lang="en-US" sz="3200" dirty="0" err="1"/>
              <a:t>Curabitur</a:t>
            </a:r>
            <a:r>
              <a:rPr lang="en-US" sz="3200" dirty="0"/>
              <a:t> </a:t>
            </a:r>
            <a:r>
              <a:rPr lang="en-US" sz="3200" dirty="0" err="1"/>
              <a:t>iaculis</a:t>
            </a:r>
            <a:r>
              <a:rPr lang="en-US" sz="3200" dirty="0"/>
              <a:t> est </a:t>
            </a:r>
            <a:r>
              <a:rPr lang="en-US" sz="3200" dirty="0" err="1"/>
              <a:t>massa</a:t>
            </a:r>
            <a:r>
              <a:rPr lang="en-US" sz="3200" dirty="0"/>
              <a:t>. In pharetra nunc lorem. </a:t>
            </a:r>
            <a:r>
              <a:rPr lang="en-US" sz="3200" dirty="0" err="1"/>
              <a:t>Vivamus</a:t>
            </a:r>
            <a:r>
              <a:rPr lang="en-US" sz="3200" dirty="0"/>
              <a:t> in diam in </a:t>
            </a:r>
            <a:r>
              <a:rPr lang="en-US" sz="3200" dirty="0" err="1"/>
              <a:t>purus</a:t>
            </a:r>
            <a:r>
              <a:rPr lang="en-US" sz="3200" dirty="0"/>
              <a:t> </a:t>
            </a:r>
            <a:r>
              <a:rPr lang="en-US" sz="3200" dirty="0" err="1"/>
              <a:t>elementum</a:t>
            </a:r>
            <a:r>
              <a:rPr lang="en-US" sz="3200" dirty="0"/>
              <a:t> </a:t>
            </a:r>
            <a:r>
              <a:rPr lang="en-US" sz="3200" dirty="0" err="1"/>
              <a:t>elementum</a:t>
            </a:r>
            <a:r>
              <a:rPr lang="en-US" sz="3200" dirty="0"/>
              <a:t>. Lorem ipsum dolor sit </a:t>
            </a:r>
            <a:r>
              <a:rPr lang="en-US" sz="3200" dirty="0" err="1"/>
              <a:t>amet</a:t>
            </a:r>
            <a:r>
              <a:rPr lang="en-US" sz="3200" dirty="0"/>
              <a:t>, </a:t>
            </a:r>
            <a:r>
              <a:rPr lang="en-US" sz="3200" dirty="0">
                <a:solidFill>
                  <a:srgbClr val="000000"/>
                </a:solidFill>
                <a:latin typeface="Open Sans" panose="020B0606030504020204" pitchFamily="34" charset="0"/>
              </a:rPr>
              <a:t>in </a:t>
            </a:r>
            <a:r>
              <a:rPr lang="en-US" sz="3200" dirty="0" err="1">
                <a:solidFill>
                  <a:srgbClr val="000000"/>
                </a:solidFill>
                <a:latin typeface="Open Sans" panose="020B0606030504020204" pitchFamily="34" charset="0"/>
              </a:rPr>
              <a:t>odio</a:t>
            </a:r>
            <a:r>
              <a:rPr lang="en-US" sz="3200" dirty="0">
                <a:solidFill>
                  <a:srgbClr val="000000"/>
                </a:solidFill>
                <a:latin typeface="Open Sans" panose="020B0606030504020204" pitchFamily="34" charset="0"/>
              </a:rPr>
              <a:t> </a:t>
            </a:r>
            <a:r>
              <a:rPr lang="en-US" sz="3200" dirty="0" err="1">
                <a:solidFill>
                  <a:srgbClr val="000000"/>
                </a:solidFill>
                <a:latin typeface="Open Sans" panose="020B0606030504020204" pitchFamily="34" charset="0"/>
              </a:rPr>
              <a:t>luctus</a:t>
            </a:r>
            <a:r>
              <a:rPr lang="en-US" sz="3200" dirty="0">
                <a:solidFill>
                  <a:srgbClr val="000000"/>
                </a:solidFill>
                <a:latin typeface="Open Sans" panose="020B0606030504020204" pitchFamily="34" charset="0"/>
              </a:rPr>
              <a:t>, </a:t>
            </a:r>
            <a:r>
              <a:rPr lang="en-US" sz="3200" dirty="0" err="1">
                <a:solidFill>
                  <a:srgbClr val="000000"/>
                </a:solidFill>
                <a:latin typeface="Open Sans" panose="020B0606030504020204" pitchFamily="34" charset="0"/>
              </a:rPr>
              <a:t>aliquet</a:t>
            </a:r>
            <a:r>
              <a:rPr lang="en-US" sz="3200" dirty="0">
                <a:solidFill>
                  <a:srgbClr val="000000"/>
                </a:solidFill>
                <a:latin typeface="Open Sans" panose="020B0606030504020204" pitchFamily="34" charset="0"/>
              </a:rPr>
              <a:t> </a:t>
            </a:r>
            <a:r>
              <a:rPr lang="en-US" sz="3200" dirty="0" err="1">
                <a:solidFill>
                  <a:srgbClr val="000000"/>
                </a:solidFill>
                <a:latin typeface="Open Sans" panose="020B0606030504020204" pitchFamily="34" charset="0"/>
              </a:rPr>
              <a:t>mattis</a:t>
            </a:r>
            <a:r>
              <a:rPr lang="en-US" sz="3200" dirty="0">
                <a:solidFill>
                  <a:srgbClr val="000000"/>
                </a:solidFill>
                <a:latin typeface="Open Sans" panose="020B0606030504020204" pitchFamily="34" charset="0"/>
              </a:rPr>
              <a:t> </a:t>
            </a:r>
            <a:r>
              <a:rPr lang="en-US" sz="3200" dirty="0" err="1">
                <a:solidFill>
                  <a:srgbClr val="000000"/>
                </a:solidFill>
                <a:latin typeface="Open Sans" panose="020B0606030504020204" pitchFamily="34" charset="0"/>
              </a:rPr>
              <a:t>urna</a:t>
            </a:r>
            <a:r>
              <a:rPr lang="en-US" sz="3200" dirty="0">
                <a:solidFill>
                  <a:srgbClr val="000000"/>
                </a:solidFill>
                <a:latin typeface="Open Sans" panose="020B0606030504020204" pitchFamily="34" charset="0"/>
              </a:rPr>
              <a:t>. </a:t>
            </a:r>
            <a:r>
              <a:rPr lang="en-US" sz="3200" dirty="0" err="1">
                <a:solidFill>
                  <a:srgbClr val="000000"/>
                </a:solidFill>
                <a:latin typeface="Open Sans" panose="020B0606030504020204" pitchFamily="34" charset="0"/>
              </a:rPr>
              <a:t>Curabitur</a:t>
            </a:r>
            <a:r>
              <a:rPr lang="en-US" sz="3200" dirty="0">
                <a:solidFill>
                  <a:srgbClr val="000000"/>
                </a:solidFill>
                <a:latin typeface="Open Sans" panose="020B0606030504020204" pitchFamily="34" charset="0"/>
              </a:rPr>
              <a:t> vel </a:t>
            </a:r>
            <a:r>
              <a:rPr lang="en-US" sz="3200" dirty="0" err="1">
                <a:solidFill>
                  <a:srgbClr val="000000"/>
                </a:solidFill>
                <a:latin typeface="Open Sans" panose="020B0606030504020204" pitchFamily="34" charset="0"/>
              </a:rPr>
              <a:t>ornare</a:t>
            </a:r>
            <a:r>
              <a:rPr lang="en-US" sz="3200" dirty="0">
                <a:solidFill>
                  <a:srgbClr val="000000"/>
                </a:solidFill>
                <a:latin typeface="Open Sans" panose="020B0606030504020204" pitchFamily="34" charset="0"/>
              </a:rPr>
              <a:t> </a:t>
            </a:r>
            <a:r>
              <a:rPr lang="en-US" sz="3200" dirty="0" err="1">
                <a:solidFill>
                  <a:srgbClr val="000000"/>
                </a:solidFill>
                <a:latin typeface="Open Sans" panose="020B0606030504020204" pitchFamily="34" charset="0"/>
              </a:rPr>
              <a:t>justo</a:t>
            </a:r>
            <a:r>
              <a:rPr lang="en-US" sz="3200" dirty="0">
                <a:solidFill>
                  <a:srgbClr val="000000"/>
                </a:solidFill>
                <a:latin typeface="Open Sans" panose="020B0606030504020204" pitchFamily="34" charset="0"/>
              </a:rPr>
              <a:t>. </a:t>
            </a:r>
            <a:r>
              <a:rPr lang="en-US" sz="3200" dirty="0" err="1">
                <a:solidFill>
                  <a:srgbClr val="000000"/>
                </a:solidFill>
                <a:latin typeface="Open Sans" panose="020B0606030504020204" pitchFamily="34" charset="0"/>
              </a:rPr>
              <a:t>Quisque</a:t>
            </a:r>
            <a:r>
              <a:rPr lang="en-US" sz="3200" dirty="0">
                <a:solidFill>
                  <a:srgbClr val="000000"/>
                </a:solidFill>
                <a:latin typeface="Open Sans" panose="020B0606030504020204" pitchFamily="34" charset="0"/>
              </a:rPr>
              <a:t> </a:t>
            </a:r>
            <a:r>
              <a:rPr lang="en-US" sz="3200" dirty="0" err="1">
                <a:solidFill>
                  <a:srgbClr val="000000"/>
                </a:solidFill>
                <a:latin typeface="Open Sans" panose="020B0606030504020204" pitchFamily="34" charset="0"/>
              </a:rPr>
              <a:t>eu</a:t>
            </a:r>
            <a:r>
              <a:rPr lang="en-US" sz="3200" dirty="0">
                <a:solidFill>
                  <a:srgbClr val="000000"/>
                </a:solidFill>
                <a:latin typeface="Open Sans" panose="020B0606030504020204" pitchFamily="34" charset="0"/>
              </a:rPr>
              <a:t> magna </a:t>
            </a:r>
            <a:r>
              <a:rPr lang="en-US" sz="3200" dirty="0" err="1">
                <a:solidFill>
                  <a:srgbClr val="000000"/>
                </a:solidFill>
                <a:latin typeface="Open Sans" panose="020B0606030504020204" pitchFamily="34" charset="0"/>
              </a:rPr>
              <a:t>quam</a:t>
            </a:r>
            <a:r>
              <a:rPr lang="en-US" sz="3200" dirty="0">
                <a:solidFill>
                  <a:srgbClr val="000000"/>
                </a:solidFill>
                <a:latin typeface="Open Sans" panose="020B0606030504020204" pitchFamily="34" charset="0"/>
              </a:rPr>
              <a:t>. Sed magna </a:t>
            </a:r>
            <a:r>
              <a:rPr lang="en-US" sz="3200" dirty="0" err="1">
                <a:solidFill>
                  <a:srgbClr val="000000"/>
                </a:solidFill>
                <a:latin typeface="Open Sans" panose="020B0606030504020204" pitchFamily="34" charset="0"/>
              </a:rPr>
              <a:t>sapien</a:t>
            </a:r>
            <a:r>
              <a:rPr lang="en-US" sz="3200" dirty="0">
                <a:solidFill>
                  <a:srgbClr val="000000"/>
                </a:solidFill>
                <a:latin typeface="Open Sans" panose="020B0606030504020204" pitchFamily="34" charset="0"/>
              </a:rPr>
              <a:t>, </a:t>
            </a:r>
            <a:r>
              <a:rPr lang="en-US" sz="3200" dirty="0" err="1">
                <a:solidFill>
                  <a:srgbClr val="000000"/>
                </a:solidFill>
                <a:latin typeface="Open Sans" panose="020B0606030504020204" pitchFamily="34" charset="0"/>
              </a:rPr>
              <a:t>malesuada</a:t>
            </a:r>
            <a:r>
              <a:rPr lang="en-US" sz="3200" dirty="0">
                <a:solidFill>
                  <a:srgbClr val="000000"/>
                </a:solidFill>
                <a:latin typeface="Open Sans" panose="020B0606030504020204" pitchFamily="34" charset="0"/>
              </a:rPr>
              <a:t> </a:t>
            </a:r>
            <a:r>
              <a:rPr lang="en-US" sz="3200" dirty="0" err="1">
                <a:solidFill>
                  <a:srgbClr val="000000"/>
                </a:solidFill>
                <a:latin typeface="Open Sans" panose="020B0606030504020204" pitchFamily="34" charset="0"/>
              </a:rPr>
              <a:t>eu</a:t>
            </a:r>
            <a:r>
              <a:rPr lang="en-US" sz="3200" dirty="0">
                <a:solidFill>
                  <a:srgbClr val="000000"/>
                </a:solidFill>
                <a:latin typeface="Open Sans" panose="020B0606030504020204" pitchFamily="34" charset="0"/>
              </a:rPr>
              <a:t> </a:t>
            </a:r>
            <a:r>
              <a:rPr lang="en-US" sz="3200" dirty="0" err="1">
                <a:solidFill>
                  <a:srgbClr val="000000"/>
                </a:solidFill>
                <a:latin typeface="Open Sans" panose="020B0606030504020204" pitchFamily="34" charset="0"/>
              </a:rPr>
              <a:t>vehicula</a:t>
            </a:r>
            <a:r>
              <a:rPr lang="en-US" sz="3200" dirty="0">
                <a:solidFill>
                  <a:srgbClr val="000000"/>
                </a:solidFill>
                <a:latin typeface="Open Sans" panose="020B0606030504020204" pitchFamily="34" charset="0"/>
              </a:rPr>
              <a:t> vitae, </a:t>
            </a:r>
            <a:r>
              <a:rPr lang="en-US" sz="3200" dirty="0" err="1">
                <a:solidFill>
                  <a:srgbClr val="000000"/>
                </a:solidFill>
                <a:latin typeface="Open Sans" panose="020B0606030504020204" pitchFamily="34" charset="0"/>
              </a:rPr>
              <a:t>dignissim</a:t>
            </a:r>
            <a:r>
              <a:rPr lang="en-US" sz="3200" dirty="0">
                <a:solidFill>
                  <a:srgbClr val="000000"/>
                </a:solidFill>
                <a:latin typeface="Open Sans" panose="020B0606030504020204" pitchFamily="34" charset="0"/>
              </a:rPr>
              <a:t> quis ante. </a:t>
            </a:r>
            <a:r>
              <a:rPr lang="en-US" sz="3200" dirty="0" err="1">
                <a:solidFill>
                  <a:srgbClr val="000000"/>
                </a:solidFill>
                <a:latin typeface="Open Sans" panose="020B0606030504020204" pitchFamily="34" charset="0"/>
              </a:rPr>
              <a:t>Suspendisse</a:t>
            </a:r>
            <a:r>
              <a:rPr lang="en-US" sz="3200" dirty="0">
                <a:solidFill>
                  <a:srgbClr val="000000"/>
                </a:solidFill>
                <a:latin typeface="Open Sans" panose="020B0606030504020204" pitchFamily="34" charset="0"/>
              </a:rPr>
              <a:t> </a:t>
            </a:r>
            <a:r>
              <a:rPr lang="en-US" sz="3200" dirty="0" err="1">
                <a:solidFill>
                  <a:srgbClr val="000000"/>
                </a:solidFill>
                <a:latin typeface="Open Sans" panose="020B0606030504020204" pitchFamily="34" charset="0"/>
              </a:rPr>
              <a:t>imperdiet</a:t>
            </a:r>
            <a:r>
              <a:rPr lang="en-US" sz="3200" dirty="0">
                <a:solidFill>
                  <a:srgbClr val="000000"/>
                </a:solidFill>
                <a:latin typeface="Open Sans" panose="020B0606030504020204" pitchFamily="34" charset="0"/>
              </a:rPr>
              <a:t> semper </a:t>
            </a:r>
            <a:r>
              <a:rPr lang="en-US" sz="3200" dirty="0" err="1">
                <a:solidFill>
                  <a:srgbClr val="000000"/>
                </a:solidFill>
                <a:latin typeface="Open Sans" panose="020B0606030504020204" pitchFamily="34" charset="0"/>
              </a:rPr>
              <a:t>congue</a:t>
            </a:r>
            <a:r>
              <a:rPr lang="en-US" sz="3200" dirty="0">
                <a:solidFill>
                  <a:srgbClr val="000000"/>
                </a:solidFill>
                <a:latin typeface="Open Sans" panose="020B0606030504020204" pitchFamily="34" charset="0"/>
              </a:rPr>
              <a:t>.</a:t>
            </a:r>
          </a:p>
          <a:p>
            <a:endParaRPr lang="en-US" sz="3200" dirty="0">
              <a:latin typeface="Garamond" panose="02020404030301010803" pitchFamily="18" charset="0"/>
            </a:endParaRPr>
          </a:p>
        </p:txBody>
      </p:sp>
      <p:sp>
        <p:nvSpPr>
          <p:cNvPr id="82" name="Textfeld 81">
            <a:extLst>
              <a:ext uri="{FF2B5EF4-FFF2-40B4-BE49-F238E27FC236}">
                <a16:creationId xmlns:a16="http://schemas.microsoft.com/office/drawing/2014/main" id="{E481EC0F-B2BD-A381-A4AF-9E4B834B305F}"/>
              </a:ext>
            </a:extLst>
          </p:cNvPr>
          <p:cNvSpPr txBox="1"/>
          <p:nvPr/>
        </p:nvSpPr>
        <p:spPr>
          <a:xfrm>
            <a:off x="13547981" y="25467153"/>
            <a:ext cx="7522815" cy="3724096"/>
          </a:xfrm>
          <a:prstGeom prst="rect">
            <a:avLst/>
          </a:prstGeom>
          <a:noFill/>
          <a:ln>
            <a:noFill/>
          </a:ln>
        </p:spPr>
        <p:txBody>
          <a:bodyPr wrap="square" rtlCol="0">
            <a:spAutoFit/>
          </a:bodyPr>
          <a:lstStyle/>
          <a:p>
            <a:r>
              <a:rPr lang="en-US" sz="4400" b="1" dirty="0">
                <a:latin typeface="Garamond" panose="02020404030301010803" pitchFamily="18" charset="0"/>
              </a:rPr>
              <a:t>Acknowledgements</a:t>
            </a:r>
          </a:p>
          <a:p>
            <a:pPr algn="just">
              <a:spcAft>
                <a:spcPts val="1125"/>
              </a:spcAft>
              <a:buNone/>
            </a:pPr>
            <a:r>
              <a:rPr lang="en-US" sz="3200" dirty="0"/>
              <a:t>Lorem ipsum dolor sit </a:t>
            </a:r>
            <a:r>
              <a:rPr lang="en-US" sz="3200" dirty="0" err="1"/>
              <a:t>amet</a:t>
            </a:r>
            <a:r>
              <a:rPr lang="en-US" sz="3200" dirty="0"/>
              <a:t>, </a:t>
            </a:r>
            <a:r>
              <a:rPr lang="en-US" sz="3200" dirty="0" err="1"/>
              <a:t>consectetur</a:t>
            </a:r>
            <a:r>
              <a:rPr lang="en-US" sz="3200" dirty="0"/>
              <a:t> </a:t>
            </a:r>
            <a:r>
              <a:rPr lang="en-US" sz="3200" dirty="0" err="1"/>
              <a:t>adipiscing</a:t>
            </a:r>
            <a:r>
              <a:rPr lang="en-US" sz="3200" dirty="0"/>
              <a:t> </a:t>
            </a:r>
            <a:r>
              <a:rPr lang="en-US" sz="3200" dirty="0" err="1"/>
              <a:t>elit</a:t>
            </a:r>
            <a:r>
              <a:rPr lang="en-US" sz="3200" dirty="0"/>
              <a:t>. In </a:t>
            </a:r>
            <a:r>
              <a:rPr lang="en-US" sz="3200" dirty="0" err="1"/>
              <a:t>porttitor</a:t>
            </a:r>
            <a:r>
              <a:rPr lang="en-US" sz="3200" dirty="0"/>
              <a:t> </a:t>
            </a:r>
            <a:r>
              <a:rPr lang="en-US" sz="3200" dirty="0" err="1"/>
              <a:t>leo</a:t>
            </a:r>
            <a:r>
              <a:rPr lang="en-US" sz="3200" dirty="0"/>
              <a:t> ac tempus dictum.</a:t>
            </a:r>
            <a:r>
              <a:rPr lang="en-US" sz="3200" b="0" i="0" dirty="0">
                <a:solidFill>
                  <a:srgbClr val="000000"/>
                </a:solidFill>
                <a:effectLst/>
                <a:latin typeface="Open Sans" panose="020B0606030504020204" pitchFamily="34" charset="0"/>
              </a:rPr>
              <a:t> Duis et fermentum libero. </a:t>
            </a:r>
            <a:r>
              <a:rPr lang="en-US" sz="3200" b="0" i="0" dirty="0" err="1">
                <a:solidFill>
                  <a:srgbClr val="000000"/>
                </a:solidFill>
                <a:effectLst/>
                <a:latin typeface="Open Sans" panose="020B0606030504020204" pitchFamily="34" charset="0"/>
              </a:rPr>
              <a:t>Nulla</a:t>
            </a:r>
            <a:r>
              <a:rPr lang="en-US" sz="3200" b="0" i="0" dirty="0">
                <a:solidFill>
                  <a:srgbClr val="000000"/>
                </a:solidFill>
                <a:effectLst/>
                <a:latin typeface="Open Sans" panose="020B0606030504020204" pitchFamily="34" charset="0"/>
              </a:rPr>
              <a:t> </a:t>
            </a:r>
            <a:r>
              <a:rPr lang="en-US" sz="3200" b="0" i="0" dirty="0" err="1">
                <a:solidFill>
                  <a:srgbClr val="000000"/>
                </a:solidFill>
                <a:effectLst/>
                <a:latin typeface="Open Sans" panose="020B0606030504020204" pitchFamily="34" charset="0"/>
              </a:rPr>
              <a:t>feugiat</a:t>
            </a:r>
            <a:r>
              <a:rPr lang="en-US" sz="3200" b="0" i="0" dirty="0">
                <a:solidFill>
                  <a:srgbClr val="000000"/>
                </a:solidFill>
                <a:effectLst/>
                <a:latin typeface="Open Sans" panose="020B0606030504020204" pitchFamily="34" charset="0"/>
              </a:rPr>
              <a:t> </a:t>
            </a:r>
            <a:r>
              <a:rPr lang="en-US" sz="3200" b="0" i="0" dirty="0" err="1">
                <a:solidFill>
                  <a:srgbClr val="000000"/>
                </a:solidFill>
                <a:effectLst/>
                <a:latin typeface="Open Sans" panose="020B0606030504020204" pitchFamily="34" charset="0"/>
              </a:rPr>
              <a:t>odio</a:t>
            </a:r>
            <a:r>
              <a:rPr lang="en-US" sz="3200" b="0" i="0" dirty="0">
                <a:solidFill>
                  <a:srgbClr val="000000"/>
                </a:solidFill>
                <a:effectLst/>
                <a:latin typeface="Open Sans" panose="020B0606030504020204" pitchFamily="34" charset="0"/>
              </a:rPr>
              <a:t> </a:t>
            </a:r>
            <a:r>
              <a:rPr lang="en-US" sz="3200" b="0" i="0" dirty="0" err="1">
                <a:solidFill>
                  <a:srgbClr val="000000"/>
                </a:solidFill>
                <a:effectLst/>
                <a:latin typeface="Open Sans" panose="020B0606030504020204" pitchFamily="34" charset="0"/>
              </a:rPr>
              <a:t>augue</a:t>
            </a:r>
            <a:r>
              <a:rPr lang="en-US" sz="3200" b="0" i="0" dirty="0">
                <a:solidFill>
                  <a:srgbClr val="000000"/>
                </a:solidFill>
                <a:effectLst/>
                <a:latin typeface="Open Sans" panose="020B0606030504020204" pitchFamily="34" charset="0"/>
              </a:rPr>
              <a:t>, sit </a:t>
            </a:r>
            <a:r>
              <a:rPr lang="en-US" sz="3200" b="0" i="0" dirty="0" err="1">
                <a:solidFill>
                  <a:srgbClr val="000000"/>
                </a:solidFill>
                <a:effectLst/>
                <a:latin typeface="Open Sans" panose="020B0606030504020204" pitchFamily="34" charset="0"/>
              </a:rPr>
              <a:t>amet</a:t>
            </a:r>
            <a:r>
              <a:rPr lang="en-US" sz="3200" b="0" i="0" dirty="0">
                <a:solidFill>
                  <a:srgbClr val="000000"/>
                </a:solidFill>
                <a:effectLst/>
                <a:latin typeface="Open Sans" panose="020B0606030504020204" pitchFamily="34" charset="0"/>
              </a:rPr>
              <a:t> </a:t>
            </a:r>
            <a:r>
              <a:rPr lang="en-US" sz="3200" b="0" i="0" dirty="0" err="1">
                <a:solidFill>
                  <a:srgbClr val="000000"/>
                </a:solidFill>
                <a:effectLst/>
                <a:latin typeface="Open Sans" panose="020B0606030504020204" pitchFamily="34" charset="0"/>
              </a:rPr>
              <a:t>fringilla</a:t>
            </a:r>
            <a:r>
              <a:rPr lang="en-US" sz="3200" b="0" i="0" dirty="0">
                <a:solidFill>
                  <a:srgbClr val="000000"/>
                </a:solidFill>
                <a:effectLst/>
                <a:latin typeface="Open Sans" panose="020B0606030504020204" pitchFamily="34" charset="0"/>
              </a:rPr>
              <a:t> </a:t>
            </a:r>
            <a:r>
              <a:rPr lang="en-US" sz="3200" b="0" i="0" dirty="0" err="1">
                <a:solidFill>
                  <a:srgbClr val="000000"/>
                </a:solidFill>
                <a:effectLst/>
                <a:latin typeface="Open Sans" panose="020B0606030504020204" pitchFamily="34" charset="0"/>
              </a:rPr>
              <a:t>elit</a:t>
            </a:r>
            <a:r>
              <a:rPr lang="en-US" sz="3200" b="0" i="0" dirty="0">
                <a:solidFill>
                  <a:srgbClr val="000000"/>
                </a:solidFill>
                <a:effectLst/>
                <a:latin typeface="Open Sans" panose="020B0606030504020204" pitchFamily="34" charset="0"/>
              </a:rPr>
              <a:t> maximus in. </a:t>
            </a:r>
            <a:r>
              <a:rPr lang="en-US" sz="3200" b="0" i="0" dirty="0" err="1">
                <a:solidFill>
                  <a:srgbClr val="000000"/>
                </a:solidFill>
                <a:effectLst/>
                <a:latin typeface="Open Sans" panose="020B0606030504020204" pitchFamily="34" charset="0"/>
              </a:rPr>
              <a:t>Praesent</a:t>
            </a:r>
            <a:r>
              <a:rPr lang="en-US" sz="3200" b="0" i="0" dirty="0">
                <a:solidFill>
                  <a:srgbClr val="000000"/>
                </a:solidFill>
                <a:effectLst/>
                <a:latin typeface="Open Sans" panose="020B0606030504020204" pitchFamily="34" charset="0"/>
              </a:rPr>
              <a:t> </a:t>
            </a:r>
            <a:r>
              <a:rPr lang="en-US" sz="3200" b="0" i="0" dirty="0" err="1">
                <a:solidFill>
                  <a:srgbClr val="000000"/>
                </a:solidFill>
                <a:effectLst/>
                <a:latin typeface="Open Sans" panose="020B0606030504020204" pitchFamily="34" charset="0"/>
              </a:rPr>
              <a:t>purus</a:t>
            </a:r>
            <a:r>
              <a:rPr lang="en-US" sz="3200" b="0" i="0" dirty="0">
                <a:solidFill>
                  <a:srgbClr val="000000"/>
                </a:solidFill>
                <a:effectLst/>
                <a:latin typeface="Open Sans" panose="020B0606030504020204" pitchFamily="34" charset="0"/>
              </a:rPr>
              <a:t> </a:t>
            </a:r>
            <a:r>
              <a:rPr lang="en-US" sz="3200" b="0" i="0" dirty="0" err="1">
                <a:solidFill>
                  <a:srgbClr val="000000"/>
                </a:solidFill>
                <a:effectLst/>
                <a:latin typeface="Open Sans" panose="020B0606030504020204" pitchFamily="34" charset="0"/>
              </a:rPr>
              <a:t>velit</a:t>
            </a:r>
            <a:r>
              <a:rPr lang="en-US" sz="3200" b="0" i="0" dirty="0">
                <a:solidFill>
                  <a:srgbClr val="000000"/>
                </a:solidFill>
                <a:effectLst/>
                <a:latin typeface="Open Sans" panose="020B0606030504020204" pitchFamily="34" charset="0"/>
              </a:rPr>
              <a:t>, </a:t>
            </a:r>
            <a:r>
              <a:rPr lang="en-US" sz="3200" b="0" i="0" dirty="0" err="1">
                <a:solidFill>
                  <a:srgbClr val="000000"/>
                </a:solidFill>
                <a:effectLst/>
                <a:latin typeface="Open Sans" panose="020B0606030504020204" pitchFamily="34" charset="0"/>
              </a:rPr>
              <a:t>hendrerit</a:t>
            </a:r>
            <a:endParaRPr lang="en-US" sz="3200" dirty="0">
              <a:latin typeface="Garamond" panose="02020404030301010803" pitchFamily="18" charset="0"/>
            </a:endParaRPr>
          </a:p>
        </p:txBody>
      </p:sp>
      <p:pic>
        <p:nvPicPr>
          <p:cNvPr id="84" name="Grafik 83" descr="Außerirdischer mit einem Auge">
            <a:extLst>
              <a:ext uri="{FF2B5EF4-FFF2-40B4-BE49-F238E27FC236}">
                <a16:creationId xmlns:a16="http://schemas.microsoft.com/office/drawing/2014/main" id="{CC814938-23AE-D384-2DE5-E48C9B426F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424890" y="143376"/>
            <a:ext cx="1647825" cy="1743075"/>
          </a:xfrm>
          <a:prstGeom prst="rect">
            <a:avLst/>
          </a:prstGeom>
        </p:spPr>
      </p:pic>
      <p:pic>
        <p:nvPicPr>
          <p:cNvPr id="86" name="Grafik 85" descr="Mann im Kapuzenpullover">
            <a:extLst>
              <a:ext uri="{FF2B5EF4-FFF2-40B4-BE49-F238E27FC236}">
                <a16:creationId xmlns:a16="http://schemas.microsoft.com/office/drawing/2014/main" id="{8F89304F-B91D-DBBF-00A4-79529E1E0ED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582434" y="177696"/>
            <a:ext cx="1285875" cy="1733550"/>
          </a:xfrm>
          <a:prstGeom prst="rect">
            <a:avLst/>
          </a:prstGeom>
        </p:spPr>
      </p:pic>
      <p:pic>
        <p:nvPicPr>
          <p:cNvPr id="88" name="Grafik 87" descr="Mann in Jacke">
            <a:extLst>
              <a:ext uri="{FF2B5EF4-FFF2-40B4-BE49-F238E27FC236}">
                <a16:creationId xmlns:a16="http://schemas.microsoft.com/office/drawing/2014/main" id="{768BABEC-D289-BC76-A5FD-22C9E9D7708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6998976" y="48068"/>
            <a:ext cx="1304925" cy="1876425"/>
          </a:xfrm>
          <a:prstGeom prst="rect">
            <a:avLst/>
          </a:prstGeom>
        </p:spPr>
      </p:pic>
      <p:pic>
        <p:nvPicPr>
          <p:cNvPr id="90" name="Grafik 89" descr="Mann mit Brille und Rollkragenpullover">
            <a:extLst>
              <a:ext uri="{FF2B5EF4-FFF2-40B4-BE49-F238E27FC236}">
                <a16:creationId xmlns:a16="http://schemas.microsoft.com/office/drawing/2014/main" id="{2FC00795-8FB1-D634-E69D-86562B685FE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011635" y="161571"/>
            <a:ext cx="1295400" cy="1743075"/>
          </a:xfrm>
          <a:prstGeom prst="rect">
            <a:avLst/>
          </a:prstGeom>
        </p:spPr>
      </p:pic>
      <p:graphicFrame>
        <p:nvGraphicFramePr>
          <p:cNvPr id="101" name="Tabelle 100">
            <a:extLst>
              <a:ext uri="{FF2B5EF4-FFF2-40B4-BE49-F238E27FC236}">
                <a16:creationId xmlns:a16="http://schemas.microsoft.com/office/drawing/2014/main" id="{4DA6038F-60AD-8857-93E5-B388872CA485}"/>
              </a:ext>
            </a:extLst>
          </p:cNvPr>
          <p:cNvGraphicFramePr>
            <a:graphicFrameLocks noGrp="1"/>
          </p:cNvGraphicFramePr>
          <p:nvPr/>
        </p:nvGraphicFramePr>
        <p:xfrm>
          <a:off x="15424889" y="1946987"/>
          <a:ext cx="5958736" cy="370840"/>
        </p:xfrm>
        <a:graphic>
          <a:graphicData uri="http://schemas.openxmlformats.org/drawingml/2006/table">
            <a:tbl>
              <a:tblPr firstRow="1" bandRow="1">
                <a:tableStyleId>{2D5ABB26-0587-4C30-8999-92F81FD0307C}</a:tableStyleId>
              </a:tblPr>
              <a:tblGrid>
                <a:gridCol w="1489684">
                  <a:extLst>
                    <a:ext uri="{9D8B030D-6E8A-4147-A177-3AD203B41FA5}">
                      <a16:colId xmlns:a16="http://schemas.microsoft.com/office/drawing/2014/main" val="3361250994"/>
                    </a:ext>
                  </a:extLst>
                </a:gridCol>
                <a:gridCol w="1489684">
                  <a:extLst>
                    <a:ext uri="{9D8B030D-6E8A-4147-A177-3AD203B41FA5}">
                      <a16:colId xmlns:a16="http://schemas.microsoft.com/office/drawing/2014/main" val="1261803276"/>
                    </a:ext>
                  </a:extLst>
                </a:gridCol>
                <a:gridCol w="1489684">
                  <a:extLst>
                    <a:ext uri="{9D8B030D-6E8A-4147-A177-3AD203B41FA5}">
                      <a16:colId xmlns:a16="http://schemas.microsoft.com/office/drawing/2014/main" val="1991643264"/>
                    </a:ext>
                  </a:extLst>
                </a:gridCol>
                <a:gridCol w="1489684">
                  <a:extLst>
                    <a:ext uri="{9D8B030D-6E8A-4147-A177-3AD203B41FA5}">
                      <a16:colId xmlns:a16="http://schemas.microsoft.com/office/drawing/2014/main" val="2833270946"/>
                    </a:ext>
                  </a:extLst>
                </a:gridCol>
              </a:tblGrid>
              <a:tr h="370840">
                <a:tc>
                  <a:txBody>
                    <a:bodyPr/>
                    <a:lstStyle/>
                    <a:p>
                      <a:pPr algn="ctr"/>
                      <a:r>
                        <a:rPr lang="en-US" sz="1600" dirty="0">
                          <a:latin typeface="Garamond" panose="02020404030301010803" pitchFamily="18" charset="0"/>
                        </a:rPr>
                        <a:t>Elja Meuter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Garamond" panose="02020404030301010803" pitchFamily="18" charset="0"/>
                        </a:rPr>
                        <a:t>Damian </a:t>
                      </a:r>
                      <a:r>
                        <a:rPr lang="en-US" sz="1600" dirty="0" err="1">
                          <a:latin typeface="Garamond" panose="02020404030301010803" pitchFamily="18" charset="0"/>
                        </a:rPr>
                        <a:t>Sloos</a:t>
                      </a:r>
                      <a:endParaRPr lang="en-US" sz="1600" dirty="0">
                        <a:latin typeface="Garamond" panose="02020404030301010803"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Garamond" panose="02020404030301010803" pitchFamily="18" charset="0"/>
                        </a:rPr>
                        <a:t>Wouter de Wit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latin typeface="Garamond" panose="02020404030301010803" pitchFamily="18" charset="0"/>
                        </a:rPr>
                        <a:t>Tobias de Cock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849774"/>
                  </a:ext>
                </a:extLst>
              </a:tr>
            </a:tbl>
          </a:graphicData>
        </a:graphic>
      </p:graphicFrame>
      <mc:AlternateContent xmlns:mc="http://schemas.openxmlformats.org/markup-compatibility/2006">
        <mc:Choice xmlns:a14="http://schemas.microsoft.com/office/drawing/2010/main" Requires="a14">
          <p:graphicFrame>
            <p:nvGraphicFramePr>
              <p:cNvPr id="2" name="Tabelle 1">
                <a:extLst>
                  <a:ext uri="{FF2B5EF4-FFF2-40B4-BE49-F238E27FC236}">
                    <a16:creationId xmlns:a16="http://schemas.microsoft.com/office/drawing/2014/main" id="{7A5A513A-DF6A-EBBF-17BC-34B216A0816F}"/>
                  </a:ext>
                </a:extLst>
              </p:cNvPr>
              <p:cNvGraphicFramePr>
                <a:graphicFrameLocks noGrp="1"/>
              </p:cNvGraphicFramePr>
              <p:nvPr/>
            </p:nvGraphicFramePr>
            <p:xfrm>
              <a:off x="312829" y="13598088"/>
              <a:ext cx="11427239" cy="4280104"/>
            </p:xfrm>
            <a:graphic>
              <a:graphicData uri="http://schemas.openxmlformats.org/drawingml/2006/table">
                <a:tbl>
                  <a:tblPr firstRow="1" bandRow="1">
                    <a:tableStyleId>{5940675A-B579-460E-94D1-54222C63F5DA}</a:tableStyleId>
                  </a:tblPr>
                  <a:tblGrid>
                    <a:gridCol w="1924950">
                      <a:extLst>
                        <a:ext uri="{9D8B030D-6E8A-4147-A177-3AD203B41FA5}">
                          <a16:colId xmlns:a16="http://schemas.microsoft.com/office/drawing/2014/main" val="1204722445"/>
                        </a:ext>
                      </a:extLst>
                    </a:gridCol>
                    <a:gridCol w="1924950">
                      <a:extLst>
                        <a:ext uri="{9D8B030D-6E8A-4147-A177-3AD203B41FA5}">
                          <a16:colId xmlns:a16="http://schemas.microsoft.com/office/drawing/2014/main" val="3703163242"/>
                        </a:ext>
                      </a:extLst>
                    </a:gridCol>
                    <a:gridCol w="1924950">
                      <a:extLst>
                        <a:ext uri="{9D8B030D-6E8A-4147-A177-3AD203B41FA5}">
                          <a16:colId xmlns:a16="http://schemas.microsoft.com/office/drawing/2014/main" val="1561748901"/>
                        </a:ext>
                      </a:extLst>
                    </a:gridCol>
                    <a:gridCol w="1924950">
                      <a:extLst>
                        <a:ext uri="{9D8B030D-6E8A-4147-A177-3AD203B41FA5}">
                          <a16:colId xmlns:a16="http://schemas.microsoft.com/office/drawing/2014/main" val="1538840913"/>
                        </a:ext>
                      </a:extLst>
                    </a:gridCol>
                    <a:gridCol w="1924950">
                      <a:extLst>
                        <a:ext uri="{9D8B030D-6E8A-4147-A177-3AD203B41FA5}">
                          <a16:colId xmlns:a16="http://schemas.microsoft.com/office/drawing/2014/main" val="381055411"/>
                        </a:ext>
                      </a:extLst>
                    </a:gridCol>
                    <a:gridCol w="1802489">
                      <a:extLst>
                        <a:ext uri="{9D8B030D-6E8A-4147-A177-3AD203B41FA5}">
                          <a16:colId xmlns:a16="http://schemas.microsoft.com/office/drawing/2014/main" val="1848283666"/>
                        </a:ext>
                      </a:extLst>
                    </a:gridCol>
                  </a:tblGrid>
                  <a:tr h="494132">
                    <a:tc>
                      <a:txBody>
                        <a:bodyPr/>
                        <a:lstStyle/>
                        <a:p>
                          <a:endParaRPr lang="en-US" sz="2400" dirty="0">
                            <a:latin typeface="Garamond" panose="02020404030301010803" pitchFamily="18" charset="0"/>
                          </a:endParaRPr>
                        </a:p>
                      </a:txBody>
                      <a:tcPr/>
                    </a:tc>
                    <a:tc>
                      <a:txBody>
                        <a:bodyPr/>
                        <a:lstStyle/>
                        <a:p>
                          <a:r>
                            <a:rPr lang="en-US" sz="2400" dirty="0">
                              <a:latin typeface="Garamond" panose="02020404030301010803" pitchFamily="18" charset="0"/>
                            </a:rPr>
                            <a:t>Eccentricity e</a:t>
                          </a:r>
                        </a:p>
                      </a:txBody>
                      <a:tcPr/>
                    </a:tc>
                    <a:tc>
                      <a:txBody>
                        <a:bodyPr/>
                        <a:lstStyle/>
                        <a:p>
                          <a:r>
                            <a:rPr lang="en-US" sz="2400" dirty="0">
                              <a:latin typeface="Garamond" panose="02020404030301010803" pitchFamily="18" charset="0"/>
                            </a:rPr>
                            <a:t>Mass ratio q</a:t>
                          </a:r>
                        </a:p>
                      </a:txBody>
                      <a:tcPr/>
                    </a:tc>
                    <a:tc>
                      <a:txBody>
                        <a:bodyPr/>
                        <a:lstStyle/>
                        <a:p>
                          <a:r>
                            <a:rPr lang="en-US" sz="2400" dirty="0">
                              <a:latin typeface="Garamond" panose="02020404030301010803" pitchFamily="18" charset="0"/>
                            </a:rPr>
                            <a:t>Orbital Period P</a:t>
                          </a:r>
                        </a:p>
                      </a:txBody>
                      <a:tcPr/>
                    </a:tc>
                    <a:tc>
                      <a:txBody>
                        <a:bodyPr/>
                        <a:lstStyle/>
                        <a:p>
                          <a:r>
                            <a:rPr lang="en-US" sz="2400" dirty="0">
                              <a:latin typeface="Garamond" panose="02020404030301010803" pitchFamily="18" charset="0"/>
                            </a:rPr>
                            <a:t>Semi-major axis a</a:t>
                          </a:r>
                        </a:p>
                      </a:txBody>
                      <a:tcPr/>
                    </a:tc>
                    <a:tc>
                      <a:txBody>
                        <a:bodyPr/>
                        <a:lstStyle/>
                        <a:p>
                          <a:r>
                            <a:rPr lang="en-US" sz="2400" dirty="0">
                              <a:latin typeface="Garamond" panose="02020404030301010803" pitchFamily="18" charset="0"/>
                            </a:rPr>
                            <a:t>Radius ratio R</a:t>
                          </a:r>
                        </a:p>
                      </a:txBody>
                      <a:tcPr/>
                    </a:tc>
                    <a:extLst>
                      <a:ext uri="{0D108BD9-81ED-4DB2-BD59-A6C34878D82A}">
                        <a16:rowId xmlns:a16="http://schemas.microsoft.com/office/drawing/2014/main" val="1142826704"/>
                      </a:ext>
                    </a:extLst>
                  </a:tr>
                  <a:tr h="494132">
                    <a:tc>
                      <a:txBody>
                        <a:bodyPr/>
                        <a:lstStyle/>
                        <a:p>
                          <a:r>
                            <a:rPr lang="en-US" sz="2400" dirty="0">
                              <a:latin typeface="Garamond" panose="02020404030301010803" pitchFamily="18" charset="0"/>
                            </a:rPr>
                            <a:t>Eccentricity e</a:t>
                          </a: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𝑒</m:t>
                                    </m:r>
                                  </m:e>
                                  <m:sup>
                                    <m:r>
                                      <a:rPr lang="en-US" sz="2400" b="0" i="1" smtClean="0">
                                        <a:latin typeface="Cambria Math" panose="02040503050406030204" pitchFamily="18" charset="0"/>
                                      </a:rPr>
                                      <m:t>𝜂</m:t>
                                    </m:r>
                                  </m:sup>
                                </m:sSup>
                              </m:oMath>
                            </m:oMathPara>
                          </a14:m>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extLst>
                      <a:ext uri="{0D108BD9-81ED-4DB2-BD59-A6C34878D82A}">
                        <a16:rowId xmlns:a16="http://schemas.microsoft.com/office/drawing/2014/main" val="1417779945"/>
                      </a:ext>
                    </a:extLst>
                  </a:tr>
                  <a:tr h="494132">
                    <a:tc>
                      <a:txBody>
                        <a:bodyPr/>
                        <a:lstStyle/>
                        <a:p>
                          <a:r>
                            <a:rPr lang="en-US" sz="2400" dirty="0">
                              <a:latin typeface="Garamond" panose="02020404030301010803" pitchFamily="18" charset="0"/>
                            </a:rPr>
                            <a:t>Mass ratio q</a:t>
                          </a:r>
                        </a:p>
                      </a:txBody>
                      <a:tcPr/>
                    </a:tc>
                    <a:tc>
                      <a:txBody>
                        <a:bodyPr/>
                        <a:lstStyle/>
                        <a:p>
                          <a:endParaRPr lang="en-US" sz="2400" dirty="0">
                            <a:latin typeface="Garamond" panose="02020404030301010803" pitchFamily="18" charset="0"/>
                          </a:endParaRPr>
                        </a:p>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extLst>
                      <a:ext uri="{0D108BD9-81ED-4DB2-BD59-A6C34878D82A}">
                        <a16:rowId xmlns:a16="http://schemas.microsoft.com/office/drawing/2014/main" val="2435110856"/>
                      </a:ext>
                    </a:extLst>
                  </a:tr>
                  <a:tr h="494132">
                    <a:tc>
                      <a:txBody>
                        <a:bodyPr/>
                        <a:lstStyle/>
                        <a:p>
                          <a:r>
                            <a:rPr lang="en-US" sz="2400" dirty="0">
                              <a:latin typeface="Garamond" panose="02020404030301010803" pitchFamily="18" charset="0"/>
                            </a:rPr>
                            <a:t>Orbital Period P</a:t>
                          </a: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extLst>
                      <a:ext uri="{0D108BD9-81ED-4DB2-BD59-A6C34878D82A}">
                        <a16:rowId xmlns:a16="http://schemas.microsoft.com/office/drawing/2014/main" val="2767985039"/>
                      </a:ext>
                    </a:extLst>
                  </a:tr>
                  <a:tr h="494132">
                    <a:tc>
                      <a:txBody>
                        <a:bodyPr/>
                        <a:lstStyle/>
                        <a:p>
                          <a:r>
                            <a:rPr lang="en-US" sz="2400" dirty="0">
                              <a:latin typeface="Garamond" panose="02020404030301010803" pitchFamily="18" charset="0"/>
                            </a:rPr>
                            <a:t>Semimajor axis a</a:t>
                          </a: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extLst>
                      <a:ext uri="{0D108BD9-81ED-4DB2-BD59-A6C34878D82A}">
                        <a16:rowId xmlns:a16="http://schemas.microsoft.com/office/drawing/2014/main" val="1942473870"/>
                      </a:ext>
                    </a:extLst>
                  </a:tr>
                  <a:tr h="494132">
                    <a:tc>
                      <a:txBody>
                        <a:bodyPr/>
                        <a:lstStyle/>
                        <a:p>
                          <a:r>
                            <a:rPr lang="en-US" sz="2400" dirty="0">
                              <a:latin typeface="Garamond" panose="02020404030301010803" pitchFamily="18" charset="0"/>
                            </a:rPr>
                            <a:t>Radius R </a:t>
                          </a: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extLst>
                      <a:ext uri="{0D108BD9-81ED-4DB2-BD59-A6C34878D82A}">
                        <a16:rowId xmlns:a16="http://schemas.microsoft.com/office/drawing/2014/main" val="3811881790"/>
                      </a:ext>
                    </a:extLst>
                  </a:tr>
                </a:tbl>
              </a:graphicData>
            </a:graphic>
          </p:graphicFrame>
        </mc:Choice>
        <mc:Fallback>
          <p:graphicFrame>
            <p:nvGraphicFramePr>
              <p:cNvPr id="2" name="Tabelle 1">
                <a:extLst>
                  <a:ext uri="{FF2B5EF4-FFF2-40B4-BE49-F238E27FC236}">
                    <a16:creationId xmlns:a16="http://schemas.microsoft.com/office/drawing/2014/main" id="{7A5A513A-DF6A-EBBF-17BC-34B216A0816F}"/>
                  </a:ext>
                </a:extLst>
              </p:cNvPr>
              <p:cNvGraphicFramePr>
                <a:graphicFrameLocks noGrp="1"/>
              </p:cNvGraphicFramePr>
              <p:nvPr/>
            </p:nvGraphicFramePr>
            <p:xfrm>
              <a:off x="312829" y="13598088"/>
              <a:ext cx="11427239" cy="4280104"/>
            </p:xfrm>
            <a:graphic>
              <a:graphicData uri="http://schemas.openxmlformats.org/drawingml/2006/table">
                <a:tbl>
                  <a:tblPr firstRow="1" bandRow="1">
                    <a:tableStyleId>{5940675A-B579-460E-94D1-54222C63F5DA}</a:tableStyleId>
                  </a:tblPr>
                  <a:tblGrid>
                    <a:gridCol w="1924950">
                      <a:extLst>
                        <a:ext uri="{9D8B030D-6E8A-4147-A177-3AD203B41FA5}">
                          <a16:colId xmlns:a16="http://schemas.microsoft.com/office/drawing/2014/main" val="1204722445"/>
                        </a:ext>
                      </a:extLst>
                    </a:gridCol>
                    <a:gridCol w="1924950">
                      <a:extLst>
                        <a:ext uri="{9D8B030D-6E8A-4147-A177-3AD203B41FA5}">
                          <a16:colId xmlns:a16="http://schemas.microsoft.com/office/drawing/2014/main" val="3703163242"/>
                        </a:ext>
                      </a:extLst>
                    </a:gridCol>
                    <a:gridCol w="1924950">
                      <a:extLst>
                        <a:ext uri="{9D8B030D-6E8A-4147-A177-3AD203B41FA5}">
                          <a16:colId xmlns:a16="http://schemas.microsoft.com/office/drawing/2014/main" val="1561748901"/>
                        </a:ext>
                      </a:extLst>
                    </a:gridCol>
                    <a:gridCol w="1924950">
                      <a:extLst>
                        <a:ext uri="{9D8B030D-6E8A-4147-A177-3AD203B41FA5}">
                          <a16:colId xmlns:a16="http://schemas.microsoft.com/office/drawing/2014/main" val="1538840913"/>
                        </a:ext>
                      </a:extLst>
                    </a:gridCol>
                    <a:gridCol w="1924950">
                      <a:extLst>
                        <a:ext uri="{9D8B030D-6E8A-4147-A177-3AD203B41FA5}">
                          <a16:colId xmlns:a16="http://schemas.microsoft.com/office/drawing/2014/main" val="381055411"/>
                        </a:ext>
                      </a:extLst>
                    </a:gridCol>
                    <a:gridCol w="1802489">
                      <a:extLst>
                        <a:ext uri="{9D8B030D-6E8A-4147-A177-3AD203B41FA5}">
                          <a16:colId xmlns:a16="http://schemas.microsoft.com/office/drawing/2014/main" val="1848283666"/>
                        </a:ext>
                      </a:extLst>
                    </a:gridCol>
                  </a:tblGrid>
                  <a:tr h="822960">
                    <a:tc>
                      <a:txBody>
                        <a:bodyPr/>
                        <a:lstStyle/>
                        <a:p>
                          <a:endParaRPr lang="en-US" sz="2400" dirty="0">
                            <a:latin typeface="Garamond" panose="02020404030301010803" pitchFamily="18" charset="0"/>
                          </a:endParaRPr>
                        </a:p>
                      </a:txBody>
                      <a:tcPr/>
                    </a:tc>
                    <a:tc>
                      <a:txBody>
                        <a:bodyPr/>
                        <a:lstStyle/>
                        <a:p>
                          <a:r>
                            <a:rPr lang="en-US" sz="2400" dirty="0">
                              <a:latin typeface="Garamond" panose="02020404030301010803" pitchFamily="18" charset="0"/>
                            </a:rPr>
                            <a:t>Eccentricity e</a:t>
                          </a:r>
                        </a:p>
                      </a:txBody>
                      <a:tcPr/>
                    </a:tc>
                    <a:tc>
                      <a:txBody>
                        <a:bodyPr/>
                        <a:lstStyle/>
                        <a:p>
                          <a:r>
                            <a:rPr lang="en-US" sz="2400" dirty="0">
                              <a:latin typeface="Garamond" panose="02020404030301010803" pitchFamily="18" charset="0"/>
                            </a:rPr>
                            <a:t>Mass ratio q</a:t>
                          </a:r>
                        </a:p>
                      </a:txBody>
                      <a:tcPr/>
                    </a:tc>
                    <a:tc>
                      <a:txBody>
                        <a:bodyPr/>
                        <a:lstStyle/>
                        <a:p>
                          <a:r>
                            <a:rPr lang="en-US" sz="2400" dirty="0">
                              <a:latin typeface="Garamond" panose="02020404030301010803" pitchFamily="18" charset="0"/>
                            </a:rPr>
                            <a:t>Orbital Period P</a:t>
                          </a:r>
                        </a:p>
                      </a:txBody>
                      <a:tcPr/>
                    </a:tc>
                    <a:tc>
                      <a:txBody>
                        <a:bodyPr/>
                        <a:lstStyle/>
                        <a:p>
                          <a:r>
                            <a:rPr lang="en-US" sz="2400" dirty="0">
                              <a:latin typeface="Garamond" panose="02020404030301010803" pitchFamily="18" charset="0"/>
                            </a:rPr>
                            <a:t>Semi-major axis a</a:t>
                          </a:r>
                        </a:p>
                      </a:txBody>
                      <a:tcPr/>
                    </a:tc>
                    <a:tc>
                      <a:txBody>
                        <a:bodyPr/>
                        <a:lstStyle/>
                        <a:p>
                          <a:r>
                            <a:rPr lang="en-US" sz="2400" dirty="0">
                              <a:latin typeface="Garamond" panose="02020404030301010803" pitchFamily="18" charset="0"/>
                            </a:rPr>
                            <a:t>Radius ratio R</a:t>
                          </a:r>
                        </a:p>
                      </a:txBody>
                      <a:tcPr/>
                    </a:tc>
                    <a:extLst>
                      <a:ext uri="{0D108BD9-81ED-4DB2-BD59-A6C34878D82A}">
                        <a16:rowId xmlns:a16="http://schemas.microsoft.com/office/drawing/2014/main" val="1142826704"/>
                      </a:ext>
                    </a:extLst>
                  </a:tr>
                  <a:tr h="494132">
                    <a:tc>
                      <a:txBody>
                        <a:bodyPr/>
                        <a:lstStyle/>
                        <a:p>
                          <a:r>
                            <a:rPr lang="en-US" sz="2400" dirty="0">
                              <a:latin typeface="Garamond" panose="02020404030301010803" pitchFamily="18" charset="0"/>
                            </a:rPr>
                            <a:t>Eccentricity e</a:t>
                          </a: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a:p>
                      </a:txBody>
                      <a:tcPr>
                        <a:blipFill>
                          <a:blip r:embed="rId8"/>
                          <a:stretch>
                            <a:fillRect l="-301270" t="-175309" r="-194921" b="-622222"/>
                          </a:stretch>
                        </a:blipFill>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extLst>
                      <a:ext uri="{0D108BD9-81ED-4DB2-BD59-A6C34878D82A}">
                        <a16:rowId xmlns:a16="http://schemas.microsoft.com/office/drawing/2014/main" val="1417779945"/>
                      </a:ext>
                    </a:extLst>
                  </a:tr>
                  <a:tr h="822960">
                    <a:tc>
                      <a:txBody>
                        <a:bodyPr/>
                        <a:lstStyle/>
                        <a:p>
                          <a:r>
                            <a:rPr lang="en-US" sz="2400" dirty="0">
                              <a:latin typeface="Garamond" panose="02020404030301010803" pitchFamily="18" charset="0"/>
                            </a:rPr>
                            <a:t>Mass ratio q</a:t>
                          </a:r>
                        </a:p>
                      </a:txBody>
                      <a:tcPr/>
                    </a:tc>
                    <a:tc>
                      <a:txBody>
                        <a:bodyPr/>
                        <a:lstStyle/>
                        <a:p>
                          <a:endParaRPr lang="en-US" sz="2400" dirty="0">
                            <a:latin typeface="Garamond" panose="02020404030301010803" pitchFamily="18" charset="0"/>
                          </a:endParaRPr>
                        </a:p>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extLst>
                      <a:ext uri="{0D108BD9-81ED-4DB2-BD59-A6C34878D82A}">
                        <a16:rowId xmlns:a16="http://schemas.microsoft.com/office/drawing/2014/main" val="2435110856"/>
                      </a:ext>
                    </a:extLst>
                  </a:tr>
                  <a:tr h="822960">
                    <a:tc>
                      <a:txBody>
                        <a:bodyPr/>
                        <a:lstStyle/>
                        <a:p>
                          <a:r>
                            <a:rPr lang="en-US" sz="2400" dirty="0">
                              <a:latin typeface="Garamond" panose="02020404030301010803" pitchFamily="18" charset="0"/>
                            </a:rPr>
                            <a:t>Orbital Period P</a:t>
                          </a: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extLst>
                      <a:ext uri="{0D108BD9-81ED-4DB2-BD59-A6C34878D82A}">
                        <a16:rowId xmlns:a16="http://schemas.microsoft.com/office/drawing/2014/main" val="2767985039"/>
                      </a:ext>
                    </a:extLst>
                  </a:tr>
                  <a:tr h="822960">
                    <a:tc>
                      <a:txBody>
                        <a:bodyPr/>
                        <a:lstStyle/>
                        <a:p>
                          <a:r>
                            <a:rPr lang="en-US" sz="2400" dirty="0">
                              <a:latin typeface="Garamond" panose="02020404030301010803" pitchFamily="18" charset="0"/>
                            </a:rPr>
                            <a:t>Semimajor axis a</a:t>
                          </a: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extLst>
                      <a:ext uri="{0D108BD9-81ED-4DB2-BD59-A6C34878D82A}">
                        <a16:rowId xmlns:a16="http://schemas.microsoft.com/office/drawing/2014/main" val="1942473870"/>
                      </a:ext>
                    </a:extLst>
                  </a:tr>
                  <a:tr h="494132">
                    <a:tc>
                      <a:txBody>
                        <a:bodyPr/>
                        <a:lstStyle/>
                        <a:p>
                          <a:r>
                            <a:rPr lang="en-US" sz="2400" dirty="0">
                              <a:latin typeface="Garamond" panose="02020404030301010803" pitchFamily="18" charset="0"/>
                            </a:rPr>
                            <a:t>Radius R </a:t>
                          </a: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tc>
                      <a:txBody>
                        <a:bodyPr/>
                        <a:lstStyle/>
                        <a:p>
                          <a:endParaRPr lang="en-US" sz="2400" dirty="0">
                            <a:latin typeface="Garamond" panose="02020404030301010803" pitchFamily="18" charset="0"/>
                          </a:endParaRPr>
                        </a:p>
                      </a:txBody>
                      <a:tcPr/>
                    </a:tc>
                    <a:extLst>
                      <a:ext uri="{0D108BD9-81ED-4DB2-BD59-A6C34878D82A}">
                        <a16:rowId xmlns:a16="http://schemas.microsoft.com/office/drawing/2014/main" val="3811881790"/>
                      </a:ext>
                    </a:extLst>
                  </a:tr>
                </a:tbl>
              </a:graphicData>
            </a:graphic>
          </p:graphicFrame>
        </mc:Fallback>
      </mc:AlternateContent>
      <p:sp>
        <p:nvSpPr>
          <p:cNvPr id="6" name="Rechteck: abgerundete Ecken 5">
            <a:extLst>
              <a:ext uri="{FF2B5EF4-FFF2-40B4-BE49-F238E27FC236}">
                <a16:creationId xmlns:a16="http://schemas.microsoft.com/office/drawing/2014/main" id="{BCA7C98F-91B7-3561-91A0-8C1E85B5DE70}"/>
              </a:ext>
            </a:extLst>
          </p:cNvPr>
          <p:cNvSpPr/>
          <p:nvPr/>
        </p:nvSpPr>
        <p:spPr>
          <a:xfrm>
            <a:off x="14458951" y="5167760"/>
            <a:ext cx="6289758" cy="1506720"/>
          </a:xfrm>
          <a:prstGeom prst="roundRect">
            <a:avLst>
              <a:gd name="adj" fmla="val 9979"/>
            </a:avLst>
          </a:prstGeom>
          <a:solidFill>
            <a:srgbClr val="3333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0" i="0" dirty="0">
                <a:solidFill>
                  <a:srgbClr val="F0F6FC"/>
                </a:solidFill>
                <a:effectLst/>
                <a:latin typeface="Garamond" panose="02020404030301010803" pitchFamily="18" charset="0"/>
              </a:rPr>
              <a:t>What observational biases are present in the SB9 and ORB6 binary star catalogues when compared to theoretically expected binary star populations? </a:t>
            </a:r>
            <a:endParaRPr lang="en-US" dirty="0">
              <a:latin typeface="Garamond" panose="02020404030301010803" pitchFamily="18" charset="0"/>
            </a:endParaRPr>
          </a:p>
        </p:txBody>
      </p:sp>
      <p:sp>
        <p:nvSpPr>
          <p:cNvPr id="9" name="Textfeld 8">
            <a:extLst>
              <a:ext uri="{FF2B5EF4-FFF2-40B4-BE49-F238E27FC236}">
                <a16:creationId xmlns:a16="http://schemas.microsoft.com/office/drawing/2014/main" id="{1A85903F-2D39-7F77-9E14-D13DDEE45A51}"/>
              </a:ext>
            </a:extLst>
          </p:cNvPr>
          <p:cNvSpPr txBox="1"/>
          <p:nvPr/>
        </p:nvSpPr>
        <p:spPr>
          <a:xfrm>
            <a:off x="12668251" y="6790592"/>
            <a:ext cx="8080458" cy="1569660"/>
          </a:xfrm>
          <a:prstGeom prst="rect">
            <a:avLst/>
          </a:prstGeom>
          <a:noFill/>
        </p:spPr>
        <p:txBody>
          <a:bodyPr wrap="square" rtlCol="0">
            <a:spAutoFit/>
          </a:bodyPr>
          <a:lstStyle/>
          <a:p>
            <a:pPr algn="r"/>
            <a:r>
              <a:rPr kumimoji="0" lang="en-US" sz="2400" b="0" i="0" u="none" strike="noStrike" kern="1200" cap="none" spc="0" normalizeH="0" baseline="0" noProof="0" dirty="0">
                <a:ln>
                  <a:noFill/>
                </a:ln>
                <a:solidFill>
                  <a:srgbClr val="000000"/>
                </a:solidFill>
                <a:effectLst/>
                <a:uLnTx/>
                <a:uFillTx/>
                <a:latin typeface="Garamond" panose="02020404030301010803" pitchFamily="18" charset="0"/>
                <a:ea typeface="+mn-ea"/>
                <a:cs typeface="+mn-cs"/>
              </a:rPr>
              <a:t>Specifically, we will analyze the differences between observed and theoretical distributions of eccentricity, mass ratio, radius ratio, orbital period, and semi-major axis and the observational biases expected from the detection methods used in these catalogues.</a:t>
            </a:r>
            <a:endParaRPr lang="en-US" dirty="0"/>
          </a:p>
        </p:txBody>
      </p:sp>
      <p:pic>
        <p:nvPicPr>
          <p:cNvPr id="11" name="Grafik 10">
            <a:extLst>
              <a:ext uri="{FF2B5EF4-FFF2-40B4-BE49-F238E27FC236}">
                <a16:creationId xmlns:a16="http://schemas.microsoft.com/office/drawing/2014/main" id="{43160C9C-46BD-0637-1DE7-727B1EF69BC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4856740" y="8458667"/>
            <a:ext cx="5520753" cy="4051522"/>
          </a:xfrm>
          <a:prstGeom prst="rect">
            <a:avLst/>
          </a:prstGeom>
        </p:spPr>
      </p:pic>
      <p:sp>
        <p:nvSpPr>
          <p:cNvPr id="38" name="Ellipse 37">
            <a:extLst>
              <a:ext uri="{FF2B5EF4-FFF2-40B4-BE49-F238E27FC236}">
                <a16:creationId xmlns:a16="http://schemas.microsoft.com/office/drawing/2014/main" id="{DEFB1087-38C5-889C-9298-AE082AA410F0}"/>
              </a:ext>
            </a:extLst>
          </p:cNvPr>
          <p:cNvSpPr/>
          <p:nvPr/>
        </p:nvSpPr>
        <p:spPr>
          <a:xfrm>
            <a:off x="19611897" y="11354960"/>
            <a:ext cx="3600000" cy="3600000"/>
          </a:xfrm>
          <a:prstGeom prst="ellipse">
            <a:avLst/>
          </a:prstGeom>
          <a:solidFill>
            <a:srgbClr val="C24D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feld 11">
            <a:extLst>
              <a:ext uri="{FF2B5EF4-FFF2-40B4-BE49-F238E27FC236}">
                <a16:creationId xmlns:a16="http://schemas.microsoft.com/office/drawing/2014/main" id="{3E742E62-B7A8-4D39-5FF0-CC881F79CE4D}"/>
              </a:ext>
            </a:extLst>
          </p:cNvPr>
          <p:cNvSpPr txBox="1"/>
          <p:nvPr/>
        </p:nvSpPr>
        <p:spPr>
          <a:xfrm>
            <a:off x="312829" y="13101877"/>
            <a:ext cx="9818502" cy="461665"/>
          </a:xfrm>
          <a:prstGeom prst="rect">
            <a:avLst/>
          </a:prstGeom>
          <a:noFill/>
        </p:spPr>
        <p:txBody>
          <a:bodyPr wrap="square">
            <a:spAutoFit/>
          </a:bodyPr>
          <a:lstStyle/>
          <a:p>
            <a:r>
              <a:rPr lang="en-US" sz="2400" b="1" i="1" dirty="0">
                <a:solidFill>
                  <a:srgbClr val="000000"/>
                </a:solidFill>
                <a:latin typeface="Garamond" panose="02020404030301010803" pitchFamily="18" charset="0"/>
              </a:rPr>
              <a:t>Table 1</a:t>
            </a:r>
            <a:r>
              <a:rPr lang="en-US" sz="2400" dirty="0">
                <a:solidFill>
                  <a:srgbClr val="000000"/>
                </a:solidFill>
                <a:latin typeface="Garamond" panose="02020404030301010803" pitchFamily="18" charset="0"/>
              </a:rPr>
              <a:t>. Theoretical distributions of binary star systems based on theory. </a:t>
            </a:r>
            <a:endParaRPr lang="en-US" sz="2400" dirty="0">
              <a:latin typeface="Garamond" panose="02020404030301010803" pitchFamily="18" charset="0"/>
            </a:endParaRPr>
          </a:p>
        </p:txBody>
      </p:sp>
    </p:spTree>
    <p:extLst>
      <p:ext uri="{BB962C8B-B14F-4D97-AF65-F5344CB8AC3E}">
        <p14:creationId xmlns:p14="http://schemas.microsoft.com/office/powerpoint/2010/main" val="411031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BE2"/>
        </a:solidFill>
        <a:effectLst/>
      </p:bgPr>
    </p:bg>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4304281B-3135-C707-BC13-6B27CC430568}"/>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rcRect/>
          <a:stretch/>
        </p:blipFill>
        <p:spPr>
          <a:xfrm>
            <a:off x="1252198" y="8808082"/>
            <a:ext cx="18190804" cy="13156568"/>
          </a:xfrm>
          <a:prstGeom prst="rect">
            <a:avLst/>
          </a:prstGeom>
          <a:ln>
            <a:solidFill>
              <a:srgbClr val="F2EBE2"/>
            </a:solidFill>
          </a:ln>
        </p:spPr>
      </p:pic>
      <p:cxnSp>
        <p:nvCxnSpPr>
          <p:cNvPr id="68" name="Gerader Verbinder 67">
            <a:extLst>
              <a:ext uri="{FF2B5EF4-FFF2-40B4-BE49-F238E27FC236}">
                <a16:creationId xmlns:a16="http://schemas.microsoft.com/office/drawing/2014/main" id="{9B690BEC-1B0C-E5A4-05B8-B6C3178477C0}"/>
              </a:ext>
            </a:extLst>
          </p:cNvPr>
          <p:cNvCxnSpPr>
            <a:cxnSpLocks/>
          </p:cNvCxnSpPr>
          <p:nvPr/>
        </p:nvCxnSpPr>
        <p:spPr>
          <a:xfrm>
            <a:off x="17296501" y="13469257"/>
            <a:ext cx="0" cy="1045029"/>
          </a:xfrm>
          <a:prstGeom prst="line">
            <a:avLst/>
          </a:prstGeom>
          <a:ln w="76200">
            <a:solidFill>
              <a:srgbClr val="F2EBE2"/>
            </a:solidFill>
          </a:ln>
        </p:spPr>
        <p:style>
          <a:lnRef idx="2">
            <a:schemeClr val="accent1"/>
          </a:lnRef>
          <a:fillRef idx="0">
            <a:schemeClr val="accent1"/>
          </a:fillRef>
          <a:effectRef idx="1">
            <a:schemeClr val="accent1"/>
          </a:effectRef>
          <a:fontRef idx="minor">
            <a:schemeClr val="tx1"/>
          </a:fontRef>
        </p:style>
      </p:cxnSp>
      <p:sp>
        <p:nvSpPr>
          <p:cNvPr id="8" name="Textfeld 7">
            <a:extLst>
              <a:ext uri="{FF2B5EF4-FFF2-40B4-BE49-F238E27FC236}">
                <a16:creationId xmlns:a16="http://schemas.microsoft.com/office/drawing/2014/main" id="{85AFCE52-AA20-65E4-75EA-C26D04474F23}"/>
              </a:ext>
            </a:extLst>
          </p:cNvPr>
          <p:cNvSpPr txBox="1"/>
          <p:nvPr/>
        </p:nvSpPr>
        <p:spPr>
          <a:xfrm>
            <a:off x="2455860" y="9353550"/>
            <a:ext cx="1633973" cy="461665"/>
          </a:xfrm>
          <a:prstGeom prst="rect">
            <a:avLst/>
          </a:prstGeom>
          <a:noFill/>
        </p:spPr>
        <p:txBody>
          <a:bodyPr wrap="none" rtlCol="0">
            <a:spAutoFit/>
          </a:bodyPr>
          <a:lstStyle/>
          <a:p>
            <a:r>
              <a:rPr lang="en-US" sz="2400" dirty="0"/>
              <a:t>Barycenter</a:t>
            </a:r>
          </a:p>
        </p:txBody>
      </p:sp>
      <p:cxnSp>
        <p:nvCxnSpPr>
          <p:cNvPr id="10" name="Verbinder: gekrümmt 9">
            <a:extLst>
              <a:ext uri="{FF2B5EF4-FFF2-40B4-BE49-F238E27FC236}">
                <a16:creationId xmlns:a16="http://schemas.microsoft.com/office/drawing/2014/main" id="{051725AC-CBBE-1E4B-7760-C69C6CE2E8DD}"/>
              </a:ext>
            </a:extLst>
          </p:cNvPr>
          <p:cNvCxnSpPr>
            <a:cxnSpLocks/>
            <a:stCxn id="8" idx="3"/>
          </p:cNvCxnSpPr>
          <p:nvPr/>
        </p:nvCxnSpPr>
        <p:spPr>
          <a:xfrm flipH="1">
            <a:off x="4057650" y="9584383"/>
            <a:ext cx="32183" cy="1236015"/>
          </a:xfrm>
          <a:prstGeom prst="curvedConnector4">
            <a:avLst>
              <a:gd name="adj1" fmla="val -947084"/>
              <a:gd name="adj2" fmla="val 55485"/>
            </a:avLst>
          </a:prstGeom>
          <a:ln>
            <a:solidFill>
              <a:srgbClr val="333333"/>
            </a:solidFill>
            <a:tailEnd type="triangle"/>
          </a:ln>
        </p:spPr>
        <p:style>
          <a:lnRef idx="2">
            <a:schemeClr val="dk1"/>
          </a:lnRef>
          <a:fillRef idx="0">
            <a:schemeClr val="dk1"/>
          </a:fillRef>
          <a:effectRef idx="1">
            <a:schemeClr val="dk1"/>
          </a:effectRef>
          <a:fontRef idx="minor">
            <a:schemeClr val="tx1"/>
          </a:fontRef>
        </p:style>
      </p:cxnSp>
      <p:sp>
        <p:nvSpPr>
          <p:cNvPr id="14" name="Textfeld 13">
            <a:extLst>
              <a:ext uri="{FF2B5EF4-FFF2-40B4-BE49-F238E27FC236}">
                <a16:creationId xmlns:a16="http://schemas.microsoft.com/office/drawing/2014/main" id="{4E06CA77-7501-8ED4-002D-010C948AFBBE}"/>
              </a:ext>
            </a:extLst>
          </p:cNvPr>
          <p:cNvSpPr txBox="1"/>
          <p:nvPr/>
        </p:nvSpPr>
        <p:spPr>
          <a:xfrm>
            <a:off x="5092741" y="9303694"/>
            <a:ext cx="1229567" cy="461665"/>
          </a:xfrm>
          <a:prstGeom prst="rect">
            <a:avLst/>
          </a:prstGeom>
          <a:noFill/>
        </p:spPr>
        <p:txBody>
          <a:bodyPr wrap="none" rtlCol="0">
            <a:spAutoFit/>
          </a:bodyPr>
          <a:lstStyle/>
          <a:p>
            <a:r>
              <a:rPr lang="en-US" sz="2400" dirty="0"/>
              <a:t>75 km/s</a:t>
            </a:r>
          </a:p>
        </p:txBody>
      </p:sp>
      <p:cxnSp>
        <p:nvCxnSpPr>
          <p:cNvPr id="16" name="Gerade Verbindung mit Pfeil 15">
            <a:extLst>
              <a:ext uri="{FF2B5EF4-FFF2-40B4-BE49-F238E27FC236}">
                <a16:creationId xmlns:a16="http://schemas.microsoft.com/office/drawing/2014/main" id="{9C8A5358-7ABD-21DC-9886-278E6C02BC43}"/>
              </a:ext>
            </a:extLst>
          </p:cNvPr>
          <p:cNvCxnSpPr/>
          <p:nvPr/>
        </p:nvCxnSpPr>
        <p:spPr>
          <a:xfrm flipV="1">
            <a:off x="5153025" y="9925050"/>
            <a:ext cx="0" cy="990600"/>
          </a:xfrm>
          <a:prstGeom prst="straightConnector1">
            <a:avLst/>
          </a:prstGeom>
          <a:ln>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8" name="Gerade Verbindung mit Pfeil 17">
            <a:extLst>
              <a:ext uri="{FF2B5EF4-FFF2-40B4-BE49-F238E27FC236}">
                <a16:creationId xmlns:a16="http://schemas.microsoft.com/office/drawing/2014/main" id="{18764832-1912-1D85-1F63-74005731255E}"/>
              </a:ext>
            </a:extLst>
          </p:cNvPr>
          <p:cNvCxnSpPr/>
          <p:nvPr/>
        </p:nvCxnSpPr>
        <p:spPr>
          <a:xfrm>
            <a:off x="3638550" y="10915650"/>
            <a:ext cx="0" cy="428625"/>
          </a:xfrm>
          <a:prstGeom prst="straightConnector1">
            <a:avLst/>
          </a:prstGeom>
          <a:ln>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9" name="Gerade Verbindung mit Pfeil 18">
            <a:extLst>
              <a:ext uri="{FF2B5EF4-FFF2-40B4-BE49-F238E27FC236}">
                <a16:creationId xmlns:a16="http://schemas.microsoft.com/office/drawing/2014/main" id="{9D3D5616-029C-D54B-89C2-898AA7FF57C0}"/>
              </a:ext>
            </a:extLst>
          </p:cNvPr>
          <p:cNvCxnSpPr/>
          <p:nvPr/>
        </p:nvCxnSpPr>
        <p:spPr>
          <a:xfrm>
            <a:off x="8458200" y="11353800"/>
            <a:ext cx="428400" cy="0"/>
          </a:xfrm>
          <a:prstGeom prst="straightConnector1">
            <a:avLst/>
          </a:prstGeom>
          <a:ln>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20" name="Gerade Verbindung mit Pfeil 19">
            <a:extLst>
              <a:ext uri="{FF2B5EF4-FFF2-40B4-BE49-F238E27FC236}">
                <a16:creationId xmlns:a16="http://schemas.microsoft.com/office/drawing/2014/main" id="{B176CB05-C59F-C74C-001E-DB5475385FE0}"/>
              </a:ext>
            </a:extLst>
          </p:cNvPr>
          <p:cNvCxnSpPr>
            <a:cxnSpLocks/>
          </p:cNvCxnSpPr>
          <p:nvPr/>
        </p:nvCxnSpPr>
        <p:spPr>
          <a:xfrm flipH="1" flipV="1">
            <a:off x="7468200" y="9815215"/>
            <a:ext cx="990000" cy="0"/>
          </a:xfrm>
          <a:prstGeom prst="straightConnector1">
            <a:avLst/>
          </a:prstGeom>
          <a:ln>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23" name="Freihandform: Form 22">
            <a:extLst>
              <a:ext uri="{FF2B5EF4-FFF2-40B4-BE49-F238E27FC236}">
                <a16:creationId xmlns:a16="http://schemas.microsoft.com/office/drawing/2014/main" id="{D9FE6FCA-263E-862F-66C4-FF73BF2EF71A}"/>
              </a:ext>
            </a:extLst>
          </p:cNvPr>
          <p:cNvSpPr/>
          <p:nvPr/>
        </p:nvSpPr>
        <p:spPr>
          <a:xfrm>
            <a:off x="4876640" y="9534527"/>
            <a:ext cx="328771" cy="947733"/>
          </a:xfrm>
          <a:custGeom>
            <a:avLst/>
            <a:gdLst>
              <a:gd name="csX0" fmla="*/ 228759 w 228759"/>
              <a:gd name="csY0" fmla="*/ 0 h 590550"/>
              <a:gd name="csX1" fmla="*/ 159 w 228759"/>
              <a:gd name="csY1" fmla="*/ 228600 h 590550"/>
              <a:gd name="csX2" fmla="*/ 200184 w 228759"/>
              <a:gd name="csY2" fmla="*/ 590550 h 590550"/>
            </a:gdLst>
            <a:ahLst/>
            <a:cxnLst>
              <a:cxn ang="0">
                <a:pos x="csX0" y="csY0"/>
              </a:cxn>
              <a:cxn ang="0">
                <a:pos x="csX1" y="csY1"/>
              </a:cxn>
              <a:cxn ang="0">
                <a:pos x="csX2" y="csY2"/>
              </a:cxn>
            </a:cxnLst>
            <a:rect l="l" t="t" r="r" b="b"/>
            <a:pathLst>
              <a:path w="228759" h="590550">
                <a:moveTo>
                  <a:pt x="228759" y="0"/>
                </a:moveTo>
                <a:cubicBezTo>
                  <a:pt x="116840" y="65087"/>
                  <a:pt x="4921" y="130175"/>
                  <a:pt x="159" y="228600"/>
                </a:cubicBezTo>
                <a:cubicBezTo>
                  <a:pt x="-4603" y="327025"/>
                  <a:pt x="97790" y="458787"/>
                  <a:pt x="200184" y="590550"/>
                </a:cubicBezTo>
              </a:path>
            </a:pathLst>
          </a:cu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feld 28">
            <a:extLst>
              <a:ext uri="{FF2B5EF4-FFF2-40B4-BE49-F238E27FC236}">
                <a16:creationId xmlns:a16="http://schemas.microsoft.com/office/drawing/2014/main" id="{A0BD08E6-D519-C1CB-4ACA-91E7AD124543}"/>
              </a:ext>
            </a:extLst>
          </p:cNvPr>
          <p:cNvSpPr txBox="1"/>
          <p:nvPr/>
        </p:nvSpPr>
        <p:spPr>
          <a:xfrm>
            <a:off x="1681704" y="10420350"/>
            <a:ext cx="1229567" cy="461665"/>
          </a:xfrm>
          <a:prstGeom prst="rect">
            <a:avLst/>
          </a:prstGeom>
          <a:noFill/>
        </p:spPr>
        <p:txBody>
          <a:bodyPr wrap="none" rtlCol="0">
            <a:spAutoFit/>
          </a:bodyPr>
          <a:lstStyle/>
          <a:p>
            <a:r>
              <a:rPr lang="en-US" sz="2400" dirty="0"/>
              <a:t>25 km/s</a:t>
            </a:r>
          </a:p>
        </p:txBody>
      </p:sp>
      <p:sp>
        <p:nvSpPr>
          <p:cNvPr id="30" name="Bogen 29">
            <a:extLst>
              <a:ext uri="{FF2B5EF4-FFF2-40B4-BE49-F238E27FC236}">
                <a16:creationId xmlns:a16="http://schemas.microsoft.com/office/drawing/2014/main" id="{634C14ED-B5EE-8D5B-329E-9BDBDBB1AD52}"/>
              </a:ext>
            </a:extLst>
          </p:cNvPr>
          <p:cNvSpPr/>
          <p:nvPr/>
        </p:nvSpPr>
        <p:spPr>
          <a:xfrm flipH="1" flipV="1">
            <a:off x="2858812" y="10360683"/>
            <a:ext cx="1418963" cy="797854"/>
          </a:xfrm>
          <a:prstGeom prst="arc">
            <a:avLst/>
          </a:prstGeom>
          <a:ln>
            <a:solidFill>
              <a:srgbClr val="333333"/>
            </a:solidFill>
          </a:ln>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cxnSp>
        <p:nvCxnSpPr>
          <p:cNvPr id="33" name="Gerade Verbindung mit Pfeil 32">
            <a:extLst>
              <a:ext uri="{FF2B5EF4-FFF2-40B4-BE49-F238E27FC236}">
                <a16:creationId xmlns:a16="http://schemas.microsoft.com/office/drawing/2014/main" id="{784D4F3F-3C93-A392-2BA1-9764CADD2401}"/>
              </a:ext>
            </a:extLst>
          </p:cNvPr>
          <p:cNvCxnSpPr>
            <a:cxnSpLocks/>
          </p:cNvCxnSpPr>
          <p:nvPr/>
        </p:nvCxnSpPr>
        <p:spPr>
          <a:xfrm>
            <a:off x="11772900" y="10998858"/>
            <a:ext cx="0" cy="990000"/>
          </a:xfrm>
          <a:prstGeom prst="straightConnector1">
            <a:avLst/>
          </a:prstGeom>
          <a:ln>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35" name="Gerade Verbindung mit Pfeil 34">
            <a:extLst>
              <a:ext uri="{FF2B5EF4-FFF2-40B4-BE49-F238E27FC236}">
                <a16:creationId xmlns:a16="http://schemas.microsoft.com/office/drawing/2014/main" id="{FD51E976-DEB6-0AE9-BB1A-24C02050D198}"/>
              </a:ext>
            </a:extLst>
          </p:cNvPr>
          <p:cNvCxnSpPr>
            <a:cxnSpLocks/>
          </p:cNvCxnSpPr>
          <p:nvPr/>
        </p:nvCxnSpPr>
        <p:spPr>
          <a:xfrm flipV="1">
            <a:off x="13306425" y="10479957"/>
            <a:ext cx="0" cy="428400"/>
          </a:xfrm>
          <a:prstGeom prst="straightConnector1">
            <a:avLst/>
          </a:prstGeom>
          <a:ln>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38" name="Gerade Verbindung mit Pfeil 37">
            <a:extLst>
              <a:ext uri="{FF2B5EF4-FFF2-40B4-BE49-F238E27FC236}">
                <a16:creationId xmlns:a16="http://schemas.microsoft.com/office/drawing/2014/main" id="{009FFED2-9CD6-DB65-C851-EFD84D3C5F06}"/>
              </a:ext>
            </a:extLst>
          </p:cNvPr>
          <p:cNvCxnSpPr>
            <a:cxnSpLocks/>
          </p:cNvCxnSpPr>
          <p:nvPr/>
        </p:nvCxnSpPr>
        <p:spPr>
          <a:xfrm>
            <a:off x="17297399" y="12040948"/>
            <a:ext cx="990000" cy="0"/>
          </a:xfrm>
          <a:prstGeom prst="straightConnector1">
            <a:avLst/>
          </a:prstGeom>
          <a:ln>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40" name="Gerade Verbindung mit Pfeil 39">
            <a:extLst>
              <a:ext uri="{FF2B5EF4-FFF2-40B4-BE49-F238E27FC236}">
                <a16:creationId xmlns:a16="http://schemas.microsoft.com/office/drawing/2014/main" id="{9C8B600D-2D2F-7FE2-9A14-629F80865A2C}"/>
              </a:ext>
            </a:extLst>
          </p:cNvPr>
          <p:cNvCxnSpPr>
            <a:cxnSpLocks/>
          </p:cNvCxnSpPr>
          <p:nvPr/>
        </p:nvCxnSpPr>
        <p:spPr>
          <a:xfrm flipH="1">
            <a:off x="16859250" y="10479732"/>
            <a:ext cx="428400" cy="0"/>
          </a:xfrm>
          <a:prstGeom prst="straightConnector1">
            <a:avLst/>
          </a:prstGeom>
          <a:ln>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66" name="Gerader Verbinder 65">
            <a:extLst>
              <a:ext uri="{FF2B5EF4-FFF2-40B4-BE49-F238E27FC236}">
                <a16:creationId xmlns:a16="http://schemas.microsoft.com/office/drawing/2014/main" id="{09B97CA8-1793-3F0D-CE2C-7F232A328B2A}"/>
              </a:ext>
            </a:extLst>
          </p:cNvPr>
          <p:cNvCxnSpPr>
            <a:cxnSpLocks/>
          </p:cNvCxnSpPr>
          <p:nvPr/>
        </p:nvCxnSpPr>
        <p:spPr>
          <a:xfrm>
            <a:off x="8482701" y="13469257"/>
            <a:ext cx="0" cy="1045029"/>
          </a:xfrm>
          <a:prstGeom prst="line">
            <a:avLst/>
          </a:prstGeom>
          <a:ln w="76200">
            <a:solidFill>
              <a:srgbClr val="F2EBE2"/>
            </a:solidFill>
          </a:ln>
        </p:spPr>
        <p:style>
          <a:lnRef idx="2">
            <a:schemeClr val="accent1"/>
          </a:lnRef>
          <a:fillRef idx="0">
            <a:schemeClr val="accent1"/>
          </a:fillRef>
          <a:effectRef idx="1">
            <a:schemeClr val="accent1"/>
          </a:effectRef>
          <a:fontRef idx="minor">
            <a:schemeClr val="tx1"/>
          </a:fontRef>
        </p:style>
      </p:cxnSp>
      <p:cxnSp>
        <p:nvCxnSpPr>
          <p:cNvPr id="43" name="Gerader Verbinder 42">
            <a:extLst>
              <a:ext uri="{FF2B5EF4-FFF2-40B4-BE49-F238E27FC236}">
                <a16:creationId xmlns:a16="http://schemas.microsoft.com/office/drawing/2014/main" id="{F9691BBF-0A7D-21E8-C94E-064F3F5306EA}"/>
              </a:ext>
            </a:extLst>
          </p:cNvPr>
          <p:cNvCxnSpPr>
            <a:cxnSpLocks/>
          </p:cNvCxnSpPr>
          <p:nvPr/>
        </p:nvCxnSpPr>
        <p:spPr>
          <a:xfrm>
            <a:off x="3815451" y="13469257"/>
            <a:ext cx="0" cy="1045029"/>
          </a:xfrm>
          <a:prstGeom prst="line">
            <a:avLst/>
          </a:prstGeom>
          <a:ln w="76200">
            <a:solidFill>
              <a:srgbClr val="F2EBE2"/>
            </a:solidFill>
          </a:ln>
        </p:spPr>
        <p:style>
          <a:lnRef idx="2">
            <a:schemeClr val="accent1"/>
          </a:lnRef>
          <a:fillRef idx="0">
            <a:schemeClr val="accent1"/>
          </a:fillRef>
          <a:effectRef idx="1">
            <a:schemeClr val="accent1"/>
          </a:effectRef>
          <a:fontRef idx="minor">
            <a:schemeClr val="tx1"/>
          </a:fontRef>
        </p:style>
      </p:cxnSp>
      <p:cxnSp>
        <p:nvCxnSpPr>
          <p:cNvPr id="45" name="Gerader Verbinder 44">
            <a:extLst>
              <a:ext uri="{FF2B5EF4-FFF2-40B4-BE49-F238E27FC236}">
                <a16:creationId xmlns:a16="http://schemas.microsoft.com/office/drawing/2014/main" id="{EBFA4EE4-E4CA-E1FA-AACF-0274585176C2}"/>
              </a:ext>
            </a:extLst>
          </p:cNvPr>
          <p:cNvCxnSpPr>
            <a:cxnSpLocks/>
          </p:cNvCxnSpPr>
          <p:nvPr/>
        </p:nvCxnSpPr>
        <p:spPr>
          <a:xfrm>
            <a:off x="4693567" y="13520059"/>
            <a:ext cx="0" cy="1045029"/>
          </a:xfrm>
          <a:prstGeom prst="line">
            <a:avLst/>
          </a:prstGeom>
          <a:ln w="76200">
            <a:solidFill>
              <a:srgbClr val="F2EBE2"/>
            </a:solidFill>
          </a:ln>
        </p:spPr>
        <p:style>
          <a:lnRef idx="2">
            <a:schemeClr val="accent1"/>
          </a:lnRef>
          <a:fillRef idx="0">
            <a:schemeClr val="accent1"/>
          </a:fillRef>
          <a:effectRef idx="1">
            <a:schemeClr val="accent1"/>
          </a:effectRef>
          <a:fontRef idx="minor">
            <a:schemeClr val="tx1"/>
          </a:fontRef>
        </p:style>
      </p:cxnSp>
      <p:cxnSp>
        <p:nvCxnSpPr>
          <p:cNvPr id="53" name="Gerader Verbinder 52">
            <a:extLst>
              <a:ext uri="{FF2B5EF4-FFF2-40B4-BE49-F238E27FC236}">
                <a16:creationId xmlns:a16="http://schemas.microsoft.com/office/drawing/2014/main" id="{1158B826-28A5-9B95-D59C-29F14446F0E4}"/>
              </a:ext>
            </a:extLst>
          </p:cNvPr>
          <p:cNvCxnSpPr/>
          <p:nvPr/>
        </p:nvCxnSpPr>
        <p:spPr>
          <a:xfrm flipH="1">
            <a:off x="8474089" y="13602609"/>
            <a:ext cx="0" cy="1045029"/>
          </a:xfrm>
          <a:prstGeom prst="line">
            <a:avLst/>
          </a:prstGeom>
          <a:ln>
            <a:solidFill>
              <a:srgbClr val="333333"/>
            </a:solidFill>
          </a:ln>
        </p:spPr>
        <p:style>
          <a:lnRef idx="2">
            <a:schemeClr val="accent1"/>
          </a:lnRef>
          <a:fillRef idx="0">
            <a:schemeClr val="accent1"/>
          </a:fillRef>
          <a:effectRef idx="1">
            <a:schemeClr val="accent1"/>
          </a:effectRef>
          <a:fontRef idx="minor">
            <a:schemeClr val="tx1"/>
          </a:fontRef>
        </p:style>
      </p:cxnSp>
      <p:sp>
        <p:nvSpPr>
          <p:cNvPr id="54" name="Textfeld 53">
            <a:extLst>
              <a:ext uri="{FF2B5EF4-FFF2-40B4-BE49-F238E27FC236}">
                <a16:creationId xmlns:a16="http://schemas.microsoft.com/office/drawing/2014/main" id="{34E55918-9772-624D-5A3A-B37BBCDD4F41}"/>
              </a:ext>
            </a:extLst>
          </p:cNvPr>
          <p:cNvSpPr txBox="1"/>
          <p:nvPr/>
        </p:nvSpPr>
        <p:spPr>
          <a:xfrm>
            <a:off x="17143790" y="13233277"/>
            <a:ext cx="308098" cy="369332"/>
          </a:xfrm>
          <a:prstGeom prst="rect">
            <a:avLst/>
          </a:prstGeom>
          <a:noFill/>
        </p:spPr>
        <p:txBody>
          <a:bodyPr wrap="none" rtlCol="0">
            <a:spAutoFit/>
          </a:bodyPr>
          <a:lstStyle/>
          <a:p>
            <a:r>
              <a:rPr lang="en-US" dirty="0"/>
              <a:t>4</a:t>
            </a:r>
          </a:p>
        </p:txBody>
      </p:sp>
      <p:cxnSp>
        <p:nvCxnSpPr>
          <p:cNvPr id="60" name="Gerader Verbinder 59">
            <a:extLst>
              <a:ext uri="{FF2B5EF4-FFF2-40B4-BE49-F238E27FC236}">
                <a16:creationId xmlns:a16="http://schemas.microsoft.com/office/drawing/2014/main" id="{4C97FC76-7C0C-8ACC-8666-79E911D50C7A}"/>
              </a:ext>
            </a:extLst>
          </p:cNvPr>
          <p:cNvCxnSpPr/>
          <p:nvPr/>
        </p:nvCxnSpPr>
        <p:spPr>
          <a:xfrm flipH="1">
            <a:off x="12893689" y="13602609"/>
            <a:ext cx="0" cy="1045029"/>
          </a:xfrm>
          <a:prstGeom prst="line">
            <a:avLst/>
          </a:prstGeom>
          <a:ln>
            <a:solidFill>
              <a:srgbClr val="333333"/>
            </a:solidFill>
          </a:ln>
        </p:spPr>
        <p:style>
          <a:lnRef idx="2">
            <a:schemeClr val="accent1"/>
          </a:lnRef>
          <a:fillRef idx="0">
            <a:schemeClr val="accent1"/>
          </a:fillRef>
          <a:effectRef idx="1">
            <a:schemeClr val="accent1"/>
          </a:effectRef>
          <a:fontRef idx="minor">
            <a:schemeClr val="tx1"/>
          </a:fontRef>
        </p:style>
      </p:cxnSp>
      <p:cxnSp>
        <p:nvCxnSpPr>
          <p:cNvPr id="61" name="Gerader Verbinder 60">
            <a:extLst>
              <a:ext uri="{FF2B5EF4-FFF2-40B4-BE49-F238E27FC236}">
                <a16:creationId xmlns:a16="http://schemas.microsoft.com/office/drawing/2014/main" id="{BD7FC2C3-1CFE-97C7-ACEF-0D557276DD52}"/>
              </a:ext>
            </a:extLst>
          </p:cNvPr>
          <p:cNvCxnSpPr/>
          <p:nvPr/>
        </p:nvCxnSpPr>
        <p:spPr>
          <a:xfrm flipH="1">
            <a:off x="17298049" y="13602609"/>
            <a:ext cx="0" cy="1045029"/>
          </a:xfrm>
          <a:prstGeom prst="line">
            <a:avLst/>
          </a:prstGeom>
          <a:ln>
            <a:solidFill>
              <a:srgbClr val="333333"/>
            </a:solidFill>
          </a:ln>
        </p:spPr>
        <p:style>
          <a:lnRef idx="2">
            <a:schemeClr val="accent1"/>
          </a:lnRef>
          <a:fillRef idx="0">
            <a:schemeClr val="accent1"/>
          </a:fillRef>
          <a:effectRef idx="1">
            <a:schemeClr val="accent1"/>
          </a:effectRef>
          <a:fontRef idx="minor">
            <a:schemeClr val="tx1"/>
          </a:fontRef>
        </p:style>
      </p:cxnSp>
      <p:cxnSp>
        <p:nvCxnSpPr>
          <p:cNvPr id="62" name="Gerader Verbinder 61">
            <a:extLst>
              <a:ext uri="{FF2B5EF4-FFF2-40B4-BE49-F238E27FC236}">
                <a16:creationId xmlns:a16="http://schemas.microsoft.com/office/drawing/2014/main" id="{EAFAF692-1870-8EF0-43F5-A5729E1E70C4}"/>
              </a:ext>
            </a:extLst>
          </p:cNvPr>
          <p:cNvCxnSpPr/>
          <p:nvPr/>
        </p:nvCxnSpPr>
        <p:spPr>
          <a:xfrm flipH="1">
            <a:off x="4058299" y="13602609"/>
            <a:ext cx="0" cy="1045029"/>
          </a:xfrm>
          <a:prstGeom prst="line">
            <a:avLst/>
          </a:prstGeom>
          <a:ln>
            <a:solidFill>
              <a:srgbClr val="333333"/>
            </a:solidFill>
          </a:ln>
        </p:spPr>
        <p:style>
          <a:lnRef idx="2">
            <a:schemeClr val="accent1"/>
          </a:lnRef>
          <a:fillRef idx="0">
            <a:schemeClr val="accent1"/>
          </a:fillRef>
          <a:effectRef idx="1">
            <a:schemeClr val="accent1"/>
          </a:effectRef>
          <a:fontRef idx="minor">
            <a:schemeClr val="tx1"/>
          </a:fontRef>
        </p:style>
      </p:cxnSp>
      <p:sp>
        <p:nvSpPr>
          <p:cNvPr id="63" name="Textfeld 62">
            <a:extLst>
              <a:ext uri="{FF2B5EF4-FFF2-40B4-BE49-F238E27FC236}">
                <a16:creationId xmlns:a16="http://schemas.microsoft.com/office/drawing/2014/main" id="{AA6BA66F-DF54-05BF-BEC5-DF76BC519531}"/>
              </a:ext>
            </a:extLst>
          </p:cNvPr>
          <p:cNvSpPr txBox="1"/>
          <p:nvPr/>
        </p:nvSpPr>
        <p:spPr>
          <a:xfrm>
            <a:off x="6322308" y="18632591"/>
            <a:ext cx="308098" cy="369332"/>
          </a:xfrm>
          <a:prstGeom prst="rect">
            <a:avLst/>
          </a:prstGeom>
          <a:noFill/>
        </p:spPr>
        <p:txBody>
          <a:bodyPr wrap="none" rtlCol="0">
            <a:spAutoFit/>
          </a:bodyPr>
          <a:lstStyle/>
          <a:p>
            <a:r>
              <a:rPr lang="en-US" dirty="0"/>
              <a:t>1</a:t>
            </a:r>
          </a:p>
        </p:txBody>
      </p:sp>
      <p:sp>
        <p:nvSpPr>
          <p:cNvPr id="64" name="Textfeld 63">
            <a:extLst>
              <a:ext uri="{FF2B5EF4-FFF2-40B4-BE49-F238E27FC236}">
                <a16:creationId xmlns:a16="http://schemas.microsoft.com/office/drawing/2014/main" id="{BCC29D93-05B3-BD5E-E45E-879A94F323A2}"/>
              </a:ext>
            </a:extLst>
          </p:cNvPr>
          <p:cNvSpPr txBox="1"/>
          <p:nvPr/>
        </p:nvSpPr>
        <p:spPr>
          <a:xfrm>
            <a:off x="10537763" y="17834306"/>
            <a:ext cx="308098" cy="369332"/>
          </a:xfrm>
          <a:prstGeom prst="rect">
            <a:avLst/>
          </a:prstGeom>
          <a:noFill/>
        </p:spPr>
        <p:txBody>
          <a:bodyPr wrap="none" rtlCol="0">
            <a:spAutoFit/>
          </a:bodyPr>
          <a:lstStyle/>
          <a:p>
            <a:r>
              <a:rPr lang="en-US" dirty="0"/>
              <a:t>2</a:t>
            </a:r>
          </a:p>
        </p:txBody>
      </p:sp>
      <p:sp>
        <p:nvSpPr>
          <p:cNvPr id="65" name="Textfeld 64">
            <a:extLst>
              <a:ext uri="{FF2B5EF4-FFF2-40B4-BE49-F238E27FC236}">
                <a16:creationId xmlns:a16="http://schemas.microsoft.com/office/drawing/2014/main" id="{F2BB584C-BE1A-2A08-F76E-F36EA500710B}"/>
              </a:ext>
            </a:extLst>
          </p:cNvPr>
          <p:cNvSpPr txBox="1"/>
          <p:nvPr/>
        </p:nvSpPr>
        <p:spPr>
          <a:xfrm>
            <a:off x="14709563" y="20359792"/>
            <a:ext cx="308098" cy="369332"/>
          </a:xfrm>
          <a:prstGeom prst="rect">
            <a:avLst/>
          </a:prstGeom>
          <a:noFill/>
        </p:spPr>
        <p:txBody>
          <a:bodyPr wrap="none" rtlCol="0">
            <a:spAutoFit/>
          </a:bodyPr>
          <a:lstStyle/>
          <a:p>
            <a:r>
              <a:rPr lang="en-US" dirty="0"/>
              <a:t>3</a:t>
            </a:r>
          </a:p>
        </p:txBody>
      </p:sp>
      <p:cxnSp>
        <p:nvCxnSpPr>
          <p:cNvPr id="67" name="Gerader Verbinder 66">
            <a:extLst>
              <a:ext uri="{FF2B5EF4-FFF2-40B4-BE49-F238E27FC236}">
                <a16:creationId xmlns:a16="http://schemas.microsoft.com/office/drawing/2014/main" id="{94EE9366-6BCC-721B-C34F-8E953ADD305C}"/>
              </a:ext>
            </a:extLst>
          </p:cNvPr>
          <p:cNvCxnSpPr>
            <a:cxnSpLocks/>
          </p:cNvCxnSpPr>
          <p:nvPr/>
        </p:nvCxnSpPr>
        <p:spPr>
          <a:xfrm>
            <a:off x="13113667" y="13520059"/>
            <a:ext cx="0" cy="1045029"/>
          </a:xfrm>
          <a:prstGeom prst="line">
            <a:avLst/>
          </a:prstGeom>
          <a:ln w="76200">
            <a:solidFill>
              <a:srgbClr val="F2EBE2"/>
            </a:solidFill>
          </a:ln>
        </p:spPr>
        <p:style>
          <a:lnRef idx="2">
            <a:schemeClr val="accent1"/>
          </a:lnRef>
          <a:fillRef idx="0">
            <a:schemeClr val="accent1"/>
          </a:fillRef>
          <a:effectRef idx="1">
            <a:schemeClr val="accent1"/>
          </a:effectRef>
          <a:fontRef idx="minor">
            <a:schemeClr val="tx1"/>
          </a:fontRef>
        </p:style>
      </p:cxnSp>
      <p:cxnSp>
        <p:nvCxnSpPr>
          <p:cNvPr id="69" name="Gerader Verbinder 68">
            <a:extLst>
              <a:ext uri="{FF2B5EF4-FFF2-40B4-BE49-F238E27FC236}">
                <a16:creationId xmlns:a16="http://schemas.microsoft.com/office/drawing/2014/main" id="{56B8AB43-0250-EE3A-3D2B-49E9B17C19C7}"/>
              </a:ext>
            </a:extLst>
          </p:cNvPr>
          <p:cNvCxnSpPr>
            <a:cxnSpLocks/>
          </p:cNvCxnSpPr>
          <p:nvPr/>
        </p:nvCxnSpPr>
        <p:spPr>
          <a:xfrm>
            <a:off x="12235551" y="13469257"/>
            <a:ext cx="0" cy="1045029"/>
          </a:xfrm>
          <a:prstGeom prst="line">
            <a:avLst/>
          </a:prstGeom>
          <a:ln w="76200">
            <a:solidFill>
              <a:srgbClr val="F2EBE2"/>
            </a:solidFill>
          </a:ln>
        </p:spPr>
        <p:style>
          <a:lnRef idx="2">
            <a:schemeClr val="accent1"/>
          </a:lnRef>
          <a:fillRef idx="0">
            <a:schemeClr val="accent1"/>
          </a:fillRef>
          <a:effectRef idx="1">
            <a:schemeClr val="accent1"/>
          </a:effectRef>
          <a:fontRef idx="minor">
            <a:schemeClr val="tx1"/>
          </a:fontRef>
        </p:style>
      </p:cxnSp>
      <p:sp>
        <p:nvSpPr>
          <p:cNvPr id="71" name="Textfeld 70">
            <a:extLst>
              <a:ext uri="{FF2B5EF4-FFF2-40B4-BE49-F238E27FC236}">
                <a16:creationId xmlns:a16="http://schemas.microsoft.com/office/drawing/2014/main" id="{EE50CE82-3619-24AC-5817-18ADCF71A8EC}"/>
              </a:ext>
            </a:extLst>
          </p:cNvPr>
          <p:cNvSpPr txBox="1"/>
          <p:nvPr/>
        </p:nvSpPr>
        <p:spPr>
          <a:xfrm>
            <a:off x="3896420" y="13233277"/>
            <a:ext cx="308098" cy="369332"/>
          </a:xfrm>
          <a:prstGeom prst="rect">
            <a:avLst/>
          </a:prstGeom>
          <a:noFill/>
        </p:spPr>
        <p:txBody>
          <a:bodyPr wrap="none" rtlCol="0">
            <a:spAutoFit/>
          </a:bodyPr>
          <a:lstStyle/>
          <a:p>
            <a:r>
              <a:rPr lang="en-US" dirty="0"/>
              <a:t>1</a:t>
            </a:r>
          </a:p>
        </p:txBody>
      </p:sp>
      <p:sp>
        <p:nvSpPr>
          <p:cNvPr id="72" name="Textfeld 71">
            <a:extLst>
              <a:ext uri="{FF2B5EF4-FFF2-40B4-BE49-F238E27FC236}">
                <a16:creationId xmlns:a16="http://schemas.microsoft.com/office/drawing/2014/main" id="{87631583-FB75-8D7F-7321-29DB59534077}"/>
              </a:ext>
            </a:extLst>
          </p:cNvPr>
          <p:cNvSpPr txBox="1"/>
          <p:nvPr/>
        </p:nvSpPr>
        <p:spPr>
          <a:xfrm>
            <a:off x="8319830" y="13233277"/>
            <a:ext cx="308098" cy="369332"/>
          </a:xfrm>
          <a:prstGeom prst="rect">
            <a:avLst/>
          </a:prstGeom>
          <a:noFill/>
        </p:spPr>
        <p:txBody>
          <a:bodyPr wrap="none" rtlCol="0">
            <a:spAutoFit/>
          </a:bodyPr>
          <a:lstStyle/>
          <a:p>
            <a:r>
              <a:rPr lang="en-US" dirty="0"/>
              <a:t>2</a:t>
            </a:r>
          </a:p>
        </p:txBody>
      </p:sp>
      <p:sp>
        <p:nvSpPr>
          <p:cNvPr id="73" name="Textfeld 72">
            <a:extLst>
              <a:ext uri="{FF2B5EF4-FFF2-40B4-BE49-F238E27FC236}">
                <a16:creationId xmlns:a16="http://schemas.microsoft.com/office/drawing/2014/main" id="{2AF25CCD-3C10-D452-C2FE-D36EFF95E171}"/>
              </a:ext>
            </a:extLst>
          </p:cNvPr>
          <p:cNvSpPr txBox="1"/>
          <p:nvPr/>
        </p:nvSpPr>
        <p:spPr>
          <a:xfrm>
            <a:off x="12735620" y="13233277"/>
            <a:ext cx="308098" cy="369332"/>
          </a:xfrm>
          <a:prstGeom prst="rect">
            <a:avLst/>
          </a:prstGeom>
          <a:noFill/>
        </p:spPr>
        <p:txBody>
          <a:bodyPr wrap="none" rtlCol="0">
            <a:spAutoFit/>
          </a:bodyPr>
          <a:lstStyle/>
          <a:p>
            <a:r>
              <a:rPr lang="en-US" dirty="0"/>
              <a:t>3</a:t>
            </a:r>
          </a:p>
        </p:txBody>
      </p:sp>
      <p:sp>
        <p:nvSpPr>
          <p:cNvPr id="74" name="Textfeld 73">
            <a:extLst>
              <a:ext uri="{FF2B5EF4-FFF2-40B4-BE49-F238E27FC236}">
                <a16:creationId xmlns:a16="http://schemas.microsoft.com/office/drawing/2014/main" id="{81131CF8-8A06-98FB-E567-DB4FE3E42191}"/>
              </a:ext>
            </a:extLst>
          </p:cNvPr>
          <p:cNvSpPr txBox="1"/>
          <p:nvPr/>
        </p:nvSpPr>
        <p:spPr>
          <a:xfrm>
            <a:off x="18587961" y="17750446"/>
            <a:ext cx="308098" cy="369332"/>
          </a:xfrm>
          <a:prstGeom prst="rect">
            <a:avLst/>
          </a:prstGeom>
          <a:noFill/>
        </p:spPr>
        <p:txBody>
          <a:bodyPr wrap="none" rtlCol="0">
            <a:spAutoFit/>
          </a:bodyPr>
          <a:lstStyle/>
          <a:p>
            <a:r>
              <a:rPr lang="en-US" dirty="0"/>
              <a:t>4</a:t>
            </a:r>
          </a:p>
        </p:txBody>
      </p:sp>
    </p:spTree>
    <p:extLst>
      <p:ext uri="{BB962C8B-B14F-4D97-AF65-F5344CB8AC3E}">
        <p14:creationId xmlns:p14="http://schemas.microsoft.com/office/powerpoint/2010/main" val="2186843353"/>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1007</Words>
  <Application>Microsoft Office PowerPoint</Application>
  <PresentationFormat>Benutzerdefiniert</PresentationFormat>
  <Paragraphs>93</Paragraphs>
  <Slides>3</Slides>
  <Notes>0</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3</vt:i4>
      </vt:variant>
    </vt:vector>
  </HeadingPairs>
  <TitlesOfParts>
    <vt:vector size="11" baseType="lpstr">
      <vt:lpstr>Aptos</vt:lpstr>
      <vt:lpstr>Aptos Display</vt:lpstr>
      <vt:lpstr>Arial</vt:lpstr>
      <vt:lpstr>Cambria Math</vt:lpstr>
      <vt:lpstr>Garamond</vt:lpstr>
      <vt:lpstr>Merriweather</vt:lpstr>
      <vt:lpstr>Open Sans</vt:lpstr>
      <vt:lpstr>Office</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Elja Meuter</dc:creator>
  <cp:lastModifiedBy>Elja Meuter</cp:lastModifiedBy>
  <cp:revision>1</cp:revision>
  <cp:lastPrinted>2026-05-08T11:07:59Z</cp:lastPrinted>
  <dcterms:created xsi:type="dcterms:W3CDTF">2026-05-07T08:35:58Z</dcterms:created>
  <dcterms:modified xsi:type="dcterms:W3CDTF">2026-05-08T11:49:04Z</dcterms:modified>
</cp:coreProperties>
</file>