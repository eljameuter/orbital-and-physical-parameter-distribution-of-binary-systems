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4"/>
  </p:notesMasterIdLst>
  <p:sldIdLst>
    <p:sldId id="256" r:id="rId2"/>
    <p:sldId id="257" r:id="rId3"/>
  </p:sldIdLst>
  <p:sldSz cx="21383625" cy="30275213"/>
  <p:notesSz cx="7104063" cy="10234613"/>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2EBE2"/>
    <a:srgbClr val="333333"/>
    <a:srgbClr val="F5F5DC"/>
    <a:srgbClr val="56787A"/>
    <a:srgbClr val="77A6A9"/>
    <a:srgbClr val="963C31"/>
    <a:srgbClr val="C24D3F"/>
    <a:srgbClr val="E1CCAD"/>
    <a:srgbClr val="01418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11DFCA6-C4A5-40AC-B792-0C93A456EA9E}" v="1184" dt="2026-05-18T14:40:25.396"/>
    <p1510:client id="{7885A197-381A-465D-A948-96F1A941B31A}" v="114" dt="2026-05-18T07:53:14.601"/>
  </p1510:revLst>
</p1510:revInfo>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6" autoAdjust="0"/>
    <p:restoredTop sz="77869" autoAdjust="0"/>
  </p:normalViewPr>
  <p:slideViewPr>
    <p:cSldViewPr snapToGrid="0">
      <p:cViewPr>
        <p:scale>
          <a:sx n="33" d="100"/>
          <a:sy n="33" d="100"/>
        </p:scale>
        <p:origin x="1666" y="-17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10" Type="http://schemas.microsoft.com/office/2015/10/relationships/revisionInfo" Target="revisionInfo.xml"/><Relationship Id="rId4" Type="http://schemas.openxmlformats.org/officeDocument/2006/relationships/notesMaster" Target="notesMasters/notesMaster1.xml"/><Relationship Id="rId9"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lja Meuter" userId="b1e1bb923a19bf75" providerId="LiveId" clId="{D71E6ABD-519B-41F0-9374-E926C1080144}"/>
    <pc:docChg chg="undo redo custSel addSld delSld modSld">
      <pc:chgData name="Elja Meuter" userId="b1e1bb923a19bf75" providerId="LiveId" clId="{D71E6ABD-519B-41F0-9374-E926C1080144}" dt="2026-05-18T07:53:14.601" v="10873" actId="120"/>
      <pc:docMkLst>
        <pc:docMk/>
      </pc:docMkLst>
      <pc:sldChg chg="addSp delSp modSp mod setBg modNotesTx">
        <pc:chgData name="Elja Meuter" userId="b1e1bb923a19bf75" providerId="LiveId" clId="{D71E6ABD-519B-41F0-9374-E926C1080144}" dt="2026-05-18T07:53:14.601" v="10873" actId="120"/>
        <pc:sldMkLst>
          <pc:docMk/>
          <pc:sldMk cId="1631260291" sldId="256"/>
        </pc:sldMkLst>
        <pc:spChg chg="add mod">
          <ac:chgData name="Elja Meuter" userId="b1e1bb923a19bf75" providerId="LiveId" clId="{D71E6ABD-519B-41F0-9374-E926C1080144}" dt="2026-05-18T07:50:38.633" v="10832" actId="207"/>
          <ac:spMkLst>
            <pc:docMk/>
            <pc:sldMk cId="1631260291" sldId="256"/>
            <ac:spMk id="2" creationId="{257CDFF9-337C-562C-2BEA-4394DD69AA20}"/>
          </ac:spMkLst>
        </pc:spChg>
        <pc:spChg chg="add mod">
          <ac:chgData name="Elja Meuter" userId="b1e1bb923a19bf75" providerId="LiveId" clId="{D71E6ABD-519B-41F0-9374-E926C1080144}" dt="2026-05-14T18:31:50.712" v="8489" actId="14100"/>
          <ac:spMkLst>
            <pc:docMk/>
            <pc:sldMk cId="1631260291" sldId="256"/>
            <ac:spMk id="6" creationId="{75A5A8A8-C19D-0F38-1307-604062B341FE}"/>
          </ac:spMkLst>
        </pc:spChg>
        <pc:spChg chg="add mod">
          <ac:chgData name="Elja Meuter" userId="b1e1bb923a19bf75" providerId="LiveId" clId="{D71E6ABD-519B-41F0-9374-E926C1080144}" dt="2026-05-18T07:41:47.475" v="10368" actId="1076"/>
          <ac:spMkLst>
            <pc:docMk/>
            <pc:sldMk cId="1631260291" sldId="256"/>
            <ac:spMk id="8" creationId="{411274EE-0C89-D8DC-D78E-D77A17C682A3}"/>
          </ac:spMkLst>
        </pc:spChg>
        <pc:spChg chg="add mod">
          <ac:chgData name="Elja Meuter" userId="b1e1bb923a19bf75" providerId="LiveId" clId="{D71E6ABD-519B-41F0-9374-E926C1080144}" dt="2026-05-14T18:31:34.271" v="8456" actId="1036"/>
          <ac:spMkLst>
            <pc:docMk/>
            <pc:sldMk cId="1631260291" sldId="256"/>
            <ac:spMk id="9" creationId="{92C232B5-1E0E-ADAC-220A-118557C703BD}"/>
          </ac:spMkLst>
        </pc:spChg>
        <pc:spChg chg="add del mod">
          <ac:chgData name="Elja Meuter" userId="b1e1bb923a19bf75" providerId="LiveId" clId="{D71E6ABD-519B-41F0-9374-E926C1080144}" dt="2026-05-18T07:53:14.601" v="10873" actId="120"/>
          <ac:spMkLst>
            <pc:docMk/>
            <pc:sldMk cId="1631260291" sldId="256"/>
            <ac:spMk id="10" creationId="{EEC861E3-4293-261B-8470-7D810DEF75E7}"/>
          </ac:spMkLst>
        </pc:spChg>
        <pc:spChg chg="add mod">
          <ac:chgData name="Elja Meuter" userId="b1e1bb923a19bf75" providerId="LiveId" clId="{D71E6ABD-519B-41F0-9374-E926C1080144}" dt="2026-05-15T06:48:17.201" v="9081" actId="1076"/>
          <ac:spMkLst>
            <pc:docMk/>
            <pc:sldMk cId="1631260291" sldId="256"/>
            <ac:spMk id="11" creationId="{DE0F863F-84E9-EDE3-B277-A75B7AC18A11}"/>
          </ac:spMkLst>
        </pc:spChg>
        <pc:spChg chg="add mod">
          <ac:chgData name="Elja Meuter" userId="b1e1bb923a19bf75" providerId="LiveId" clId="{D71E6ABD-519B-41F0-9374-E926C1080144}" dt="2026-05-15T06:50:18.243" v="9172" actId="1035"/>
          <ac:spMkLst>
            <pc:docMk/>
            <pc:sldMk cId="1631260291" sldId="256"/>
            <ac:spMk id="12" creationId="{D360F485-59C6-689F-22F4-1828217D52C6}"/>
          </ac:spMkLst>
        </pc:spChg>
        <pc:spChg chg="add mod">
          <ac:chgData name="Elja Meuter" userId="b1e1bb923a19bf75" providerId="LiveId" clId="{D71E6ABD-519B-41F0-9374-E926C1080144}" dt="2026-05-18T07:51:15.521" v="10862" actId="1036"/>
          <ac:spMkLst>
            <pc:docMk/>
            <pc:sldMk cId="1631260291" sldId="256"/>
            <ac:spMk id="13" creationId="{ED759B63-C847-80C1-30B5-B6ED7A60C236}"/>
          </ac:spMkLst>
        </pc:spChg>
        <pc:spChg chg="add mod">
          <ac:chgData name="Elja Meuter" userId="b1e1bb923a19bf75" providerId="LiveId" clId="{D71E6ABD-519B-41F0-9374-E926C1080144}" dt="2026-05-15T06:49:08.430" v="9157" actId="1076"/>
          <ac:spMkLst>
            <pc:docMk/>
            <pc:sldMk cId="1631260291" sldId="256"/>
            <ac:spMk id="22" creationId="{83868522-5080-F034-4FE0-9811D53FE160}"/>
          </ac:spMkLst>
        </pc:spChg>
        <pc:spChg chg="add mod ord">
          <ac:chgData name="Elja Meuter" userId="b1e1bb923a19bf75" providerId="LiveId" clId="{D71E6ABD-519B-41F0-9374-E926C1080144}" dt="2026-05-18T07:50:38.885" v="10833" actId="207"/>
          <ac:spMkLst>
            <pc:docMk/>
            <pc:sldMk cId="1631260291" sldId="256"/>
            <ac:spMk id="25" creationId="{77969D52-DE5C-42BF-121B-27045EB0367C}"/>
          </ac:spMkLst>
        </pc:spChg>
        <pc:spChg chg="add mod">
          <ac:chgData name="Elja Meuter" userId="b1e1bb923a19bf75" providerId="LiveId" clId="{D71E6ABD-519B-41F0-9374-E926C1080144}" dt="2026-05-18T07:41:16.945" v="10364" actId="1037"/>
          <ac:spMkLst>
            <pc:docMk/>
            <pc:sldMk cId="1631260291" sldId="256"/>
            <ac:spMk id="26" creationId="{EA8F6643-E188-E9B9-4278-A3D486B64E53}"/>
          </ac:spMkLst>
        </pc:spChg>
        <pc:spChg chg="add mod ord">
          <ac:chgData name="Elja Meuter" userId="b1e1bb923a19bf75" providerId="LiveId" clId="{D71E6ABD-519B-41F0-9374-E926C1080144}" dt="2026-05-08T11:36:30.877" v="6635" actId="1076"/>
          <ac:spMkLst>
            <pc:docMk/>
            <pc:sldMk cId="1631260291" sldId="256"/>
            <ac:spMk id="38" creationId="{B039DC59-8B27-C6AE-F950-07622A303ABE}"/>
          </ac:spMkLst>
        </pc:spChg>
        <pc:spChg chg="add mod ord">
          <ac:chgData name="Elja Meuter" userId="b1e1bb923a19bf75" providerId="LiveId" clId="{D71E6ABD-519B-41F0-9374-E926C1080144}" dt="2026-05-18T07:32:58.015" v="9775" actId="1076"/>
          <ac:spMkLst>
            <pc:docMk/>
            <pc:sldMk cId="1631260291" sldId="256"/>
            <ac:spMk id="39" creationId="{6078CAB3-5FA3-247D-A3F8-4A33EFC8D7C5}"/>
          </ac:spMkLst>
        </pc:spChg>
        <pc:spChg chg="add mod">
          <ac:chgData name="Elja Meuter" userId="b1e1bb923a19bf75" providerId="LiveId" clId="{D71E6ABD-519B-41F0-9374-E926C1080144}" dt="2026-05-18T07:47:49.934" v="10758" actId="1036"/>
          <ac:spMkLst>
            <pc:docMk/>
            <pc:sldMk cId="1631260291" sldId="256"/>
            <ac:spMk id="40" creationId="{F27323A8-4E37-7C83-308C-B4A73170034C}"/>
          </ac:spMkLst>
        </pc:spChg>
        <pc:spChg chg="add mod">
          <ac:chgData name="Elja Meuter" userId="b1e1bb923a19bf75" providerId="LiveId" clId="{D71E6ABD-519B-41F0-9374-E926C1080144}" dt="2026-05-08T11:34:54.164" v="6614" actId="14100"/>
          <ac:spMkLst>
            <pc:docMk/>
            <pc:sldMk cId="1631260291" sldId="256"/>
            <ac:spMk id="41" creationId="{EBBD04DC-465B-1446-6DB1-EE54CD34F1F0}"/>
          </ac:spMkLst>
        </pc:spChg>
        <pc:spChg chg="add mod">
          <ac:chgData name="Elja Meuter" userId="b1e1bb923a19bf75" providerId="LiveId" clId="{D71E6ABD-519B-41F0-9374-E926C1080144}" dt="2026-05-08T08:05:05.862" v="1421" actId="14838"/>
          <ac:spMkLst>
            <pc:docMk/>
            <pc:sldMk cId="1631260291" sldId="256"/>
            <ac:spMk id="43" creationId="{03457626-FDEA-D7AF-4DE0-5E7B18C81CB1}"/>
          </ac:spMkLst>
        </pc:spChg>
        <pc:spChg chg="add mod">
          <ac:chgData name="Elja Meuter" userId="b1e1bb923a19bf75" providerId="LiveId" clId="{D71E6ABD-519B-41F0-9374-E926C1080144}" dt="2026-05-18T07:51:03.381" v="10845" actId="1036"/>
          <ac:spMkLst>
            <pc:docMk/>
            <pc:sldMk cId="1631260291" sldId="256"/>
            <ac:spMk id="45" creationId="{694D2F0C-11F7-33A7-CDD9-1BBD334156B6}"/>
          </ac:spMkLst>
        </pc:spChg>
        <pc:spChg chg="add mod">
          <ac:chgData name="Elja Meuter" userId="b1e1bb923a19bf75" providerId="LiveId" clId="{D71E6ABD-519B-41F0-9374-E926C1080144}" dt="2026-05-18T07:47:59.364" v="10759" actId="20577"/>
          <ac:spMkLst>
            <pc:docMk/>
            <pc:sldMk cId="1631260291" sldId="256"/>
            <ac:spMk id="47" creationId="{5C947FBF-1ECA-BFC4-9160-8E6DDA7EBFF4}"/>
          </ac:spMkLst>
        </pc:spChg>
        <pc:spChg chg="add mod">
          <ac:chgData name="Elja Meuter" userId="b1e1bb923a19bf75" providerId="LiveId" clId="{D71E6ABD-519B-41F0-9374-E926C1080144}" dt="2026-05-14T18:31:44.412" v="8487" actId="14100"/>
          <ac:spMkLst>
            <pc:docMk/>
            <pc:sldMk cId="1631260291" sldId="256"/>
            <ac:spMk id="49" creationId="{88C5AEBA-A112-FD1B-09E6-C2287DC238E3}"/>
          </ac:spMkLst>
        </pc:spChg>
        <pc:spChg chg="add mod">
          <ac:chgData name="Elja Meuter" userId="b1e1bb923a19bf75" providerId="LiveId" clId="{D71E6ABD-519B-41F0-9374-E926C1080144}" dt="2026-05-18T07:32:54.018" v="9774" actId="14100"/>
          <ac:spMkLst>
            <pc:docMk/>
            <pc:sldMk cId="1631260291" sldId="256"/>
            <ac:spMk id="51" creationId="{2B0218E8-BF5D-8A0F-E683-278157EA5EF5}"/>
          </ac:spMkLst>
        </pc:spChg>
        <pc:spChg chg="add mod">
          <ac:chgData name="Elja Meuter" userId="b1e1bb923a19bf75" providerId="LiveId" clId="{D71E6ABD-519B-41F0-9374-E926C1080144}" dt="2026-05-18T07:42:25.578" v="10396" actId="6549"/>
          <ac:spMkLst>
            <pc:docMk/>
            <pc:sldMk cId="1631260291" sldId="256"/>
            <ac:spMk id="72" creationId="{ACF80A8F-DEC9-6010-BB3D-BD6774C81B3E}"/>
          </ac:spMkLst>
        </pc:spChg>
        <pc:spChg chg="add del mod">
          <ac:chgData name="Elja Meuter" userId="b1e1bb923a19bf75" providerId="LiveId" clId="{D71E6ABD-519B-41F0-9374-E926C1080144}" dt="2026-05-18T07:38:03.723" v="10081" actId="1035"/>
          <ac:spMkLst>
            <pc:docMk/>
            <pc:sldMk cId="1631260291" sldId="256"/>
            <ac:spMk id="81" creationId="{B443C48D-509F-9554-A716-3712A4A284E5}"/>
          </ac:spMkLst>
        </pc:spChg>
        <pc:spChg chg="add mod">
          <ac:chgData name="Elja Meuter" userId="b1e1bb923a19bf75" providerId="LiveId" clId="{D71E6ABD-519B-41F0-9374-E926C1080144}" dt="2026-05-15T06:42:49.956" v="8838" actId="1076"/>
          <ac:spMkLst>
            <pc:docMk/>
            <pc:sldMk cId="1631260291" sldId="256"/>
            <ac:spMk id="82" creationId="{EDBEE8A4-9524-7B70-8E91-5870476C097D}"/>
          </ac:spMkLst>
        </pc:spChg>
        <pc:graphicFrameChg chg="add mod modGraphic">
          <ac:chgData name="Elja Meuter" userId="b1e1bb923a19bf75" providerId="LiveId" clId="{D71E6ABD-519B-41F0-9374-E926C1080144}" dt="2026-05-18T07:17:59.769" v="9190" actId="20577"/>
          <ac:graphicFrameMkLst>
            <pc:docMk/>
            <pc:sldMk cId="1631260291" sldId="256"/>
            <ac:graphicFrameMk id="3" creationId="{94A2B041-0A3D-4469-7F39-F62F5BC2501A}"/>
          </ac:graphicFrameMkLst>
        </pc:graphicFrameChg>
        <pc:graphicFrameChg chg="add mod modGraphic">
          <ac:chgData name="Elja Meuter" userId="b1e1bb923a19bf75" providerId="LiveId" clId="{D71E6ABD-519B-41F0-9374-E926C1080144}" dt="2026-05-15T06:48:17.201" v="9081" actId="1076"/>
          <ac:graphicFrameMkLst>
            <pc:docMk/>
            <pc:sldMk cId="1631260291" sldId="256"/>
            <ac:graphicFrameMk id="16" creationId="{94399FEF-B43E-87CD-14AE-705E86E62D60}"/>
          </ac:graphicFrameMkLst>
        </pc:graphicFrameChg>
        <pc:picChg chg="add del mod">
          <ac:chgData name="Elja Meuter" userId="b1e1bb923a19bf75" providerId="LiveId" clId="{D71E6ABD-519B-41F0-9374-E926C1080144}" dt="2026-05-18T07:22:18.300" v="9345" actId="478"/>
          <ac:picMkLst>
            <pc:docMk/>
            <pc:sldMk cId="1631260291" sldId="256"/>
            <ac:picMk id="7" creationId="{B3FD3927-E6F9-14D1-169D-51649A6EE22A}"/>
          </ac:picMkLst>
        </pc:picChg>
        <pc:picChg chg="add mod">
          <ac:chgData name="Elja Meuter" userId="b1e1bb923a19bf75" providerId="LiveId" clId="{D71E6ABD-519B-41F0-9374-E926C1080144}" dt="2026-05-18T07:41:16.945" v="10364" actId="1037"/>
          <ac:picMkLst>
            <pc:docMk/>
            <pc:sldMk cId="1631260291" sldId="256"/>
            <ac:picMk id="14" creationId="{CE8CF416-836D-AFEE-A1C3-3C92DDBF7BAD}"/>
          </ac:picMkLst>
        </pc:picChg>
        <pc:picChg chg="add mod">
          <ac:chgData name="Elja Meuter" userId="b1e1bb923a19bf75" providerId="LiveId" clId="{D71E6ABD-519B-41F0-9374-E926C1080144}" dt="2026-05-08T11:07:05.910" v="5371" actId="2085"/>
          <ac:picMkLst>
            <pc:docMk/>
            <pc:sldMk cId="1631260291" sldId="256"/>
            <ac:picMk id="15" creationId="{B4A26CA4-34CA-DED0-A2B6-609667DB6946}"/>
          </ac:picMkLst>
        </pc:picChg>
        <pc:picChg chg="add del mod">
          <ac:chgData name="Elja Meuter" userId="b1e1bb923a19bf75" providerId="LiveId" clId="{D71E6ABD-519B-41F0-9374-E926C1080144}" dt="2026-05-18T07:38:56.267" v="10083" actId="478"/>
          <ac:picMkLst>
            <pc:docMk/>
            <pc:sldMk cId="1631260291" sldId="256"/>
            <ac:picMk id="18" creationId="{3CF83738-EBA7-413C-2D17-CFA20036C084}"/>
          </ac:picMkLst>
        </pc:picChg>
        <pc:picChg chg="add mod">
          <ac:chgData name="Elja Meuter" userId="b1e1bb923a19bf75" providerId="LiveId" clId="{D71E6ABD-519B-41F0-9374-E926C1080144}" dt="2026-05-08T11:25:57.218" v="6227"/>
          <ac:picMkLst>
            <pc:docMk/>
            <pc:sldMk cId="1631260291" sldId="256"/>
            <ac:picMk id="20" creationId="{CBC2D1EC-58A7-8E38-5A62-5F95B4794C0D}"/>
          </ac:picMkLst>
        </pc:picChg>
        <pc:picChg chg="add mod">
          <ac:chgData name="Elja Meuter" userId="b1e1bb923a19bf75" providerId="LiveId" clId="{D71E6ABD-519B-41F0-9374-E926C1080144}" dt="2026-05-18T07:41:16.945" v="10364" actId="1037"/>
          <ac:picMkLst>
            <pc:docMk/>
            <pc:sldMk cId="1631260291" sldId="256"/>
            <ac:picMk id="21" creationId="{D1644647-075B-DFB4-CE0E-B4BEBDE89E6A}"/>
          </ac:picMkLst>
        </pc:picChg>
        <pc:picChg chg="add mod">
          <ac:chgData name="Elja Meuter" userId="b1e1bb923a19bf75" providerId="LiveId" clId="{D71E6ABD-519B-41F0-9374-E926C1080144}" dt="2026-05-18T07:41:16.945" v="10364" actId="1037"/>
          <ac:picMkLst>
            <pc:docMk/>
            <pc:sldMk cId="1631260291" sldId="256"/>
            <ac:picMk id="24" creationId="{6D2E5C82-84B6-5B08-A829-953CBFFCA94F}"/>
          </ac:picMkLst>
        </pc:picChg>
        <pc:picChg chg="del mod modCrop">
          <ac:chgData name="Elja Meuter" userId="b1e1bb923a19bf75" providerId="LiveId" clId="{D71E6ABD-519B-41F0-9374-E926C1080144}" dt="2026-05-18T07:28:42.243" v="9592" actId="478"/>
          <ac:picMkLst>
            <pc:docMk/>
            <pc:sldMk cId="1631260291" sldId="256"/>
            <ac:picMk id="28" creationId="{81D6B83C-5842-E5B0-D913-111BD46C8DC1}"/>
          </ac:picMkLst>
        </pc:picChg>
        <pc:picChg chg="add mod ord modCrop">
          <ac:chgData name="Elja Meuter" userId="b1e1bb923a19bf75" providerId="LiveId" clId="{D71E6ABD-519B-41F0-9374-E926C1080144}" dt="2026-05-18T07:41:16.945" v="10364" actId="1037"/>
          <ac:picMkLst>
            <pc:docMk/>
            <pc:sldMk cId="1631260291" sldId="256"/>
            <ac:picMk id="29" creationId="{2A130629-8A6B-D6BC-8480-73A945782973}"/>
          </ac:picMkLst>
        </pc:picChg>
        <pc:picChg chg="del mod modCrop">
          <ac:chgData name="Elja Meuter" userId="b1e1bb923a19bf75" providerId="LiveId" clId="{D71E6ABD-519B-41F0-9374-E926C1080144}" dt="2026-05-18T07:28:41.778" v="9591" actId="478"/>
          <ac:picMkLst>
            <pc:docMk/>
            <pc:sldMk cId="1631260291" sldId="256"/>
            <ac:picMk id="30" creationId="{A53BF8A8-1E80-08BE-5B95-28ABA1130BFA}"/>
          </ac:picMkLst>
        </pc:picChg>
        <pc:picChg chg="del mod modCrop">
          <ac:chgData name="Elja Meuter" userId="b1e1bb923a19bf75" providerId="LiveId" clId="{D71E6ABD-519B-41F0-9374-E926C1080144}" dt="2026-05-18T07:28:43.074" v="9593" actId="478"/>
          <ac:picMkLst>
            <pc:docMk/>
            <pc:sldMk cId="1631260291" sldId="256"/>
            <ac:picMk id="32" creationId="{B159EC36-2432-212A-875E-29EBA97128FE}"/>
          </ac:picMkLst>
        </pc:picChg>
        <pc:cxnChg chg="add mod">
          <ac:chgData name="Elja Meuter" userId="b1e1bb923a19bf75" providerId="LiveId" clId="{D71E6ABD-519B-41F0-9374-E926C1080144}" dt="2026-05-15T06:48:28.900" v="9084" actId="17032"/>
          <ac:cxnSpMkLst>
            <pc:docMk/>
            <pc:sldMk cId="1631260291" sldId="256"/>
            <ac:cxnSpMk id="17" creationId="{146FA7D4-817B-331F-243B-515CF96A3EFD}"/>
          </ac:cxnSpMkLst>
        </pc:cxnChg>
        <pc:cxnChg chg="add mod">
          <ac:chgData name="Elja Meuter" userId="b1e1bb923a19bf75" providerId="LiveId" clId="{D71E6ABD-519B-41F0-9374-E926C1080144}" dt="2026-05-18T07:52:09.457" v="10863" actId="14100"/>
          <ac:cxnSpMkLst>
            <pc:docMk/>
            <pc:sldMk cId="1631260291" sldId="256"/>
            <ac:cxnSpMk id="19" creationId="{A51CA63B-AE8B-C8DC-103F-AC70E390BA72}"/>
          </ac:cxnSpMkLst>
        </pc:cxnChg>
        <pc:cxnChg chg="add mod">
          <ac:chgData name="Elja Meuter" userId="b1e1bb923a19bf75" providerId="LiveId" clId="{D71E6ABD-519B-41F0-9374-E926C1080144}" dt="2026-05-18T07:52:15.236" v="10864" actId="14100"/>
          <ac:cxnSpMkLst>
            <pc:docMk/>
            <pc:sldMk cId="1631260291" sldId="256"/>
            <ac:cxnSpMk id="23" creationId="{87701C8F-B0BD-60F4-4A76-2E0CEE344469}"/>
          </ac:cxnSpMkLst>
        </pc:cxnChg>
      </pc:sldChg>
      <pc:sldChg chg="addSp delSp modSp new mod">
        <pc:chgData name="Elja Meuter" userId="b1e1bb923a19bf75" providerId="LiveId" clId="{D71E6ABD-519B-41F0-9374-E926C1080144}" dt="2026-05-18T07:28:11.472" v="9590" actId="14826"/>
        <pc:sldMkLst>
          <pc:docMk/>
          <pc:sldMk cId="4112512561" sldId="257"/>
        </pc:sldMkLst>
        <pc:spChg chg="del">
          <ac:chgData name="Elja Meuter" userId="b1e1bb923a19bf75" providerId="LiveId" clId="{D71E6ABD-519B-41F0-9374-E926C1080144}" dt="2026-05-18T07:22:59.559" v="9350" actId="478"/>
          <ac:spMkLst>
            <pc:docMk/>
            <pc:sldMk cId="4112512561" sldId="257"/>
            <ac:spMk id="3" creationId="{4EA1C412-FC4A-0F54-2A52-A99CE750B477}"/>
          </ac:spMkLst>
        </pc:spChg>
        <pc:picChg chg="add del">
          <ac:chgData name="Elja Meuter" userId="b1e1bb923a19bf75" providerId="LiveId" clId="{D71E6ABD-519B-41F0-9374-E926C1080144}" dt="2026-05-18T07:22:57.765" v="9349" actId="478"/>
          <ac:picMkLst>
            <pc:docMk/>
            <pc:sldMk cId="4112512561" sldId="257"/>
            <ac:picMk id="5" creationId="{5FEABE4C-2B7D-CF62-C397-095BDD4CF637}"/>
          </ac:picMkLst>
        </pc:picChg>
        <pc:picChg chg="add mod">
          <ac:chgData name="Elja Meuter" userId="b1e1bb923a19bf75" providerId="LiveId" clId="{D71E6ABD-519B-41F0-9374-E926C1080144}" dt="2026-05-18T07:24:31.077" v="9486" actId="1038"/>
          <ac:picMkLst>
            <pc:docMk/>
            <pc:sldMk cId="4112512561" sldId="257"/>
            <ac:picMk id="6" creationId="{B4A84105-F697-6038-FA53-883DE08304A8}"/>
          </ac:picMkLst>
        </pc:picChg>
        <pc:picChg chg="add mod">
          <ac:chgData name="Elja Meuter" userId="b1e1bb923a19bf75" providerId="LiveId" clId="{D71E6ABD-519B-41F0-9374-E926C1080144}" dt="2026-05-18T07:24:21.719" v="9445" actId="14100"/>
          <ac:picMkLst>
            <pc:docMk/>
            <pc:sldMk cId="4112512561" sldId="257"/>
            <ac:picMk id="7" creationId="{B005335D-76EF-FEBD-F9F4-737A0A4E4CD1}"/>
          </ac:picMkLst>
        </pc:picChg>
        <pc:picChg chg="add mod ord">
          <ac:chgData name="Elja Meuter" userId="b1e1bb923a19bf75" providerId="LiveId" clId="{D71E6ABD-519B-41F0-9374-E926C1080144}" dt="2026-05-18T07:24:42.051" v="9569" actId="1036"/>
          <ac:picMkLst>
            <pc:docMk/>
            <pc:sldMk cId="4112512561" sldId="257"/>
            <ac:picMk id="8" creationId="{308E6AF5-BDC0-98E6-7276-17E80AE90DD1}"/>
          </ac:picMkLst>
        </pc:picChg>
        <pc:picChg chg="add del mod ord">
          <ac:chgData name="Elja Meuter" userId="b1e1bb923a19bf75" providerId="LiveId" clId="{D71E6ABD-519B-41F0-9374-E926C1080144}" dt="2026-05-18T07:28:11.472" v="9590" actId="14826"/>
          <ac:picMkLst>
            <pc:docMk/>
            <pc:sldMk cId="4112512561" sldId="257"/>
            <ac:picMk id="10" creationId="{4C8B8DA4-8A9F-A571-8BDA-5BE0C92907A4}"/>
          </ac:picMkLst>
        </pc:picChg>
      </pc:sldChg>
    </pc:docChg>
  </pc:docChgLst>
  <pc:docChgLst>
    <pc:chgData name="Tobias de Cock" userId="74095abf1f8f7986" providerId="LiveId" clId="{6CA3D613-126E-44D0-8891-B7ECF4335DC9}"/>
    <pc:docChg chg="undo custSel modSld">
      <pc:chgData name="Tobias de Cock" userId="74095abf1f8f7986" providerId="LiveId" clId="{6CA3D613-126E-44D0-8891-B7ECF4335DC9}" dt="2026-05-18T14:40:25.396" v="2952" actId="20577"/>
      <pc:docMkLst>
        <pc:docMk/>
      </pc:docMkLst>
      <pc:sldChg chg="addSp delSp modSp mod">
        <pc:chgData name="Tobias de Cock" userId="74095abf1f8f7986" providerId="LiveId" clId="{6CA3D613-126E-44D0-8891-B7ECF4335DC9}" dt="2026-05-18T14:40:25.396" v="2952" actId="20577"/>
        <pc:sldMkLst>
          <pc:docMk/>
          <pc:sldMk cId="1631260291" sldId="256"/>
        </pc:sldMkLst>
        <pc:spChg chg="mod">
          <ac:chgData name="Tobias de Cock" userId="74095abf1f8f7986" providerId="LiveId" clId="{6CA3D613-126E-44D0-8891-B7ECF4335DC9}" dt="2026-05-18T14:04:02.462" v="1957" actId="20577"/>
          <ac:spMkLst>
            <pc:docMk/>
            <pc:sldMk cId="1631260291" sldId="256"/>
            <ac:spMk id="2" creationId="{257CDFF9-337C-562C-2BEA-4394DD69AA20}"/>
          </ac:spMkLst>
        </pc:spChg>
        <pc:spChg chg="del">
          <ac:chgData name="Tobias de Cock" userId="74095abf1f8f7986" providerId="LiveId" clId="{6CA3D613-126E-44D0-8891-B7ECF4335DC9}" dt="2026-05-18T14:20:51.463" v="2594" actId="478"/>
          <ac:spMkLst>
            <pc:docMk/>
            <pc:sldMk cId="1631260291" sldId="256"/>
            <ac:spMk id="4" creationId="{3526855B-9F99-BDFF-14A5-A48A03F5DA01}"/>
          </ac:spMkLst>
        </pc:spChg>
        <pc:spChg chg="del">
          <ac:chgData name="Tobias de Cock" userId="74095abf1f8f7986" providerId="LiveId" clId="{6CA3D613-126E-44D0-8891-B7ECF4335DC9}" dt="2026-05-17T16:22:41.047" v="52" actId="478"/>
          <ac:spMkLst>
            <pc:docMk/>
            <pc:sldMk cId="1631260291" sldId="256"/>
            <ac:spMk id="5" creationId="{9A9E46D5-1BC2-881E-D9E1-DEC90261713B}"/>
          </ac:spMkLst>
        </pc:spChg>
        <pc:spChg chg="mod">
          <ac:chgData name="Tobias de Cock" userId="74095abf1f8f7986" providerId="LiveId" clId="{6CA3D613-126E-44D0-8891-B7ECF4335DC9}" dt="2026-05-17T16:47:06.762" v="885" actId="20577"/>
          <ac:spMkLst>
            <pc:docMk/>
            <pc:sldMk cId="1631260291" sldId="256"/>
            <ac:spMk id="6" creationId="{75A5A8A8-C19D-0F38-1307-604062B341FE}"/>
          </ac:spMkLst>
        </pc:spChg>
        <pc:spChg chg="del">
          <ac:chgData name="Tobias de Cock" userId="74095abf1f8f7986" providerId="LiveId" clId="{6CA3D613-126E-44D0-8891-B7ECF4335DC9}" dt="2026-05-17T16:22:38.236" v="50" actId="478"/>
          <ac:spMkLst>
            <pc:docMk/>
            <pc:sldMk cId="1631260291" sldId="256"/>
            <ac:spMk id="7" creationId="{182C3A3A-6252-CC8B-5537-3B067F8C112A}"/>
          </ac:spMkLst>
        </pc:spChg>
        <pc:spChg chg="mod">
          <ac:chgData name="Tobias de Cock" userId="74095abf1f8f7986" providerId="LiveId" clId="{6CA3D613-126E-44D0-8891-B7ECF4335DC9}" dt="2026-05-18T12:22:39.944" v="1034" actId="20577"/>
          <ac:spMkLst>
            <pc:docMk/>
            <pc:sldMk cId="1631260291" sldId="256"/>
            <ac:spMk id="9" creationId="{92C232B5-1E0E-ADAC-220A-118557C703BD}"/>
          </ac:spMkLst>
        </pc:spChg>
        <pc:spChg chg="mod">
          <ac:chgData name="Tobias de Cock" userId="74095abf1f8f7986" providerId="LiveId" clId="{6CA3D613-126E-44D0-8891-B7ECF4335DC9}" dt="2026-05-18T14:13:19.265" v="2195" actId="20577"/>
          <ac:spMkLst>
            <pc:docMk/>
            <pc:sldMk cId="1631260291" sldId="256"/>
            <ac:spMk id="10" creationId="{EEC861E3-4293-261B-8470-7D810DEF75E7}"/>
          </ac:spMkLst>
        </pc:spChg>
        <pc:spChg chg="mod">
          <ac:chgData name="Tobias de Cock" userId="74095abf1f8f7986" providerId="LiveId" clId="{6CA3D613-126E-44D0-8891-B7ECF4335DC9}" dt="2026-05-17T15:41:29.733" v="42" actId="255"/>
          <ac:spMkLst>
            <pc:docMk/>
            <pc:sldMk cId="1631260291" sldId="256"/>
            <ac:spMk id="13" creationId="{ED759B63-C847-80C1-30B5-B6ED7A60C236}"/>
          </ac:spMkLst>
        </pc:spChg>
        <pc:spChg chg="mod">
          <ac:chgData name="Tobias de Cock" userId="74095abf1f8f7986" providerId="LiveId" clId="{6CA3D613-126E-44D0-8891-B7ECF4335DC9}" dt="2026-05-18T14:34:23.139" v="2930" actId="14100"/>
          <ac:spMkLst>
            <pc:docMk/>
            <pc:sldMk cId="1631260291" sldId="256"/>
            <ac:spMk id="25" creationId="{77969D52-DE5C-42BF-121B-27045EB0367C}"/>
          </ac:spMkLst>
        </pc:spChg>
        <pc:spChg chg="mod">
          <ac:chgData name="Tobias de Cock" userId="74095abf1f8f7986" providerId="LiveId" clId="{6CA3D613-126E-44D0-8891-B7ECF4335DC9}" dt="2026-05-18T14:09:03.587" v="1963" actId="1076"/>
          <ac:spMkLst>
            <pc:docMk/>
            <pc:sldMk cId="1631260291" sldId="256"/>
            <ac:spMk id="26" creationId="{EA8F6643-E188-E9B9-4278-A3D486B64E53}"/>
          </ac:spMkLst>
        </pc:spChg>
        <pc:spChg chg="mod">
          <ac:chgData name="Tobias de Cock" userId="74095abf1f8f7986" providerId="LiveId" clId="{6CA3D613-126E-44D0-8891-B7ECF4335DC9}" dt="2026-05-18T12:29:25.990" v="1126" actId="1076"/>
          <ac:spMkLst>
            <pc:docMk/>
            <pc:sldMk cId="1631260291" sldId="256"/>
            <ac:spMk id="38" creationId="{B039DC59-8B27-C6AE-F950-07622A303ABE}"/>
          </ac:spMkLst>
        </pc:spChg>
        <pc:spChg chg="mod">
          <ac:chgData name="Tobias de Cock" userId="74095abf1f8f7986" providerId="LiveId" clId="{6CA3D613-126E-44D0-8891-B7ECF4335DC9}" dt="2026-05-17T15:37:07.398" v="6" actId="14100"/>
          <ac:spMkLst>
            <pc:docMk/>
            <pc:sldMk cId="1631260291" sldId="256"/>
            <ac:spMk id="43" creationId="{03457626-FDEA-D7AF-4DE0-5E7B18C81CB1}"/>
          </ac:spMkLst>
        </pc:spChg>
        <pc:spChg chg="mod">
          <ac:chgData name="Tobias de Cock" userId="74095abf1f8f7986" providerId="LiveId" clId="{6CA3D613-126E-44D0-8891-B7ECF4335DC9}" dt="2026-05-17T16:29:06.979" v="265" actId="1076"/>
          <ac:spMkLst>
            <pc:docMk/>
            <pc:sldMk cId="1631260291" sldId="256"/>
            <ac:spMk id="47" creationId="{5C947FBF-1ECA-BFC4-9160-8E6DDA7EBFF4}"/>
          </ac:spMkLst>
        </pc:spChg>
        <pc:spChg chg="mod">
          <ac:chgData name="Tobias de Cock" userId="74095abf1f8f7986" providerId="LiveId" clId="{6CA3D613-126E-44D0-8891-B7ECF4335DC9}" dt="2026-05-17T16:44:28.054" v="821" actId="20577"/>
          <ac:spMkLst>
            <pc:docMk/>
            <pc:sldMk cId="1631260291" sldId="256"/>
            <ac:spMk id="51" creationId="{2B0218E8-BF5D-8A0F-E683-278157EA5EF5}"/>
          </ac:spMkLst>
        </pc:spChg>
        <pc:spChg chg="mod">
          <ac:chgData name="Tobias de Cock" userId="74095abf1f8f7986" providerId="LiveId" clId="{6CA3D613-126E-44D0-8891-B7ECF4335DC9}" dt="2026-05-17T16:37:27.861" v="527" actId="14100"/>
          <ac:spMkLst>
            <pc:docMk/>
            <pc:sldMk cId="1631260291" sldId="256"/>
            <ac:spMk id="72" creationId="{ACF80A8F-DEC9-6010-BB3D-BD6774C81B3E}"/>
          </ac:spMkLst>
        </pc:spChg>
        <pc:spChg chg="mod">
          <ac:chgData name="Tobias de Cock" userId="74095abf1f8f7986" providerId="LiveId" clId="{6CA3D613-126E-44D0-8891-B7ECF4335DC9}" dt="2026-05-18T14:33:30.331" v="2928" actId="20577"/>
          <ac:spMkLst>
            <pc:docMk/>
            <pc:sldMk cId="1631260291" sldId="256"/>
            <ac:spMk id="81" creationId="{B443C48D-509F-9554-A716-3712A4A284E5}"/>
          </ac:spMkLst>
        </pc:spChg>
        <pc:spChg chg="mod">
          <ac:chgData name="Tobias de Cock" userId="74095abf1f8f7986" providerId="LiveId" clId="{6CA3D613-126E-44D0-8891-B7ECF4335DC9}" dt="2026-05-18T14:33:49.685" v="2929" actId="20577"/>
          <ac:spMkLst>
            <pc:docMk/>
            <pc:sldMk cId="1631260291" sldId="256"/>
            <ac:spMk id="82" creationId="{EDBEE8A4-9524-7B70-8E91-5870476C097D}"/>
          </ac:spMkLst>
        </pc:spChg>
        <pc:graphicFrameChg chg="mod modGraphic">
          <ac:chgData name="Tobias de Cock" userId="74095abf1f8f7986" providerId="LiveId" clId="{6CA3D613-126E-44D0-8891-B7ECF4335DC9}" dt="2026-05-18T14:40:25.396" v="2952" actId="20577"/>
          <ac:graphicFrameMkLst>
            <pc:docMk/>
            <pc:sldMk cId="1631260291" sldId="256"/>
            <ac:graphicFrameMk id="3" creationId="{94A2B041-0A3D-4469-7F39-F62F5BC2501A}"/>
          </ac:graphicFrameMkLst>
        </pc:graphicFrameChg>
        <pc:picChg chg="add del mod">
          <ac:chgData name="Tobias de Cock" userId="74095abf1f8f7986" providerId="LiveId" clId="{6CA3D613-126E-44D0-8891-B7ECF4335DC9}" dt="2026-05-17T17:07:07.833" v="1006" actId="478"/>
          <ac:picMkLst>
            <pc:docMk/>
            <pc:sldMk cId="1631260291" sldId="256"/>
            <ac:picMk id="7" creationId="{8AD46BA4-7459-E692-8DCB-F3D90CAAEBC4}"/>
          </ac:picMkLst>
        </pc:picChg>
        <pc:picChg chg="mod">
          <ac:chgData name="Tobias de Cock" userId="74095abf1f8f7986" providerId="LiveId" clId="{6CA3D613-126E-44D0-8891-B7ECF4335DC9}" dt="2026-05-18T14:05:35.402" v="1962" actId="1076"/>
          <ac:picMkLst>
            <pc:docMk/>
            <pc:sldMk cId="1631260291" sldId="256"/>
            <ac:picMk id="14" creationId="{CE8CF416-836D-AFEE-A1C3-3C92DDBF7BAD}"/>
          </ac:picMkLst>
        </pc:picChg>
        <pc:picChg chg="add del mod">
          <ac:chgData name="Tobias de Cock" userId="74095abf1f8f7986" providerId="LiveId" clId="{6CA3D613-126E-44D0-8891-B7ECF4335DC9}" dt="2026-05-17T17:07:05.491" v="1004" actId="478"/>
          <ac:picMkLst>
            <pc:docMk/>
            <pc:sldMk cId="1631260291" sldId="256"/>
            <ac:picMk id="18" creationId="{587D1E60-93D2-E827-EF0F-C1345342DB9A}"/>
          </ac:picMkLst>
        </pc:picChg>
        <pc:picChg chg="add del mod">
          <ac:chgData name="Tobias de Cock" userId="74095abf1f8f7986" providerId="LiveId" clId="{6CA3D613-126E-44D0-8891-B7ECF4335DC9}" dt="2026-05-17T17:07:06.610" v="1005" actId="478"/>
          <ac:picMkLst>
            <pc:docMk/>
            <pc:sldMk cId="1631260291" sldId="256"/>
            <ac:picMk id="21" creationId="{CD3548CB-9F57-BB34-B1F4-9BA85ACF16F0}"/>
          </ac:picMkLst>
        </pc:picChg>
        <pc:picChg chg="add del mod">
          <ac:chgData name="Tobias de Cock" userId="74095abf1f8f7986" providerId="LiveId" clId="{6CA3D613-126E-44D0-8891-B7ECF4335DC9}" dt="2026-05-17T16:16:27.593" v="46" actId="478"/>
          <ac:picMkLst>
            <pc:docMk/>
            <pc:sldMk cId="1631260291" sldId="256"/>
            <ac:picMk id="24" creationId="{731DE547-645B-25AA-2E63-A0A0D6446EFF}"/>
          </ac:picMkLst>
        </pc:picChg>
        <pc:picChg chg="add del mod">
          <ac:chgData name="Tobias de Cock" userId="74095abf1f8f7986" providerId="LiveId" clId="{6CA3D613-126E-44D0-8891-B7ECF4335DC9}" dt="2026-05-17T17:10:01.224" v="1020" actId="478"/>
          <ac:picMkLst>
            <pc:docMk/>
            <pc:sldMk cId="1631260291" sldId="256"/>
            <ac:picMk id="25" creationId="{182F80B8-9557-17E8-B7A6-D08083839A47}"/>
          </ac:picMkLst>
        </pc:picChg>
        <pc:picChg chg="add del mod">
          <ac:chgData name="Tobias de Cock" userId="74095abf1f8f7986" providerId="LiveId" clId="{6CA3D613-126E-44D0-8891-B7ECF4335DC9}" dt="2026-05-17T17:09:39.295" v="1016" actId="478"/>
          <ac:picMkLst>
            <pc:docMk/>
            <pc:sldMk cId="1631260291" sldId="256"/>
            <ac:picMk id="26" creationId="{852A3207-F592-37E5-BE26-31915EFF35A9}"/>
          </ac:picMkLst>
        </pc:picChg>
        <pc:picChg chg="add mod">
          <ac:chgData name="Tobias de Cock" userId="74095abf1f8f7986" providerId="LiveId" clId="{6CA3D613-126E-44D0-8891-B7ECF4335DC9}" dt="2026-05-17T17:12:44.054" v="1031" actId="14100"/>
          <ac:picMkLst>
            <pc:docMk/>
            <pc:sldMk cId="1631260291" sldId="256"/>
            <ac:picMk id="28" creationId="{81D6B83C-5842-E5B0-D913-111BD46C8DC1}"/>
          </ac:picMkLst>
        </pc:picChg>
        <pc:picChg chg="add mod">
          <ac:chgData name="Tobias de Cock" userId="74095abf1f8f7986" providerId="LiveId" clId="{6CA3D613-126E-44D0-8891-B7ECF4335DC9}" dt="2026-05-17T17:10:05.192" v="1021" actId="1076"/>
          <ac:picMkLst>
            <pc:docMk/>
            <pc:sldMk cId="1631260291" sldId="256"/>
            <ac:picMk id="30" creationId="{A53BF8A8-1E80-08BE-5B95-28ABA1130BFA}"/>
          </ac:picMkLst>
        </pc:picChg>
        <pc:picChg chg="add mod">
          <ac:chgData name="Tobias de Cock" userId="74095abf1f8f7986" providerId="LiveId" clId="{6CA3D613-126E-44D0-8891-B7ECF4335DC9}" dt="2026-05-17T17:12:49.593" v="1032" actId="14100"/>
          <ac:picMkLst>
            <pc:docMk/>
            <pc:sldMk cId="1631260291" sldId="256"/>
            <ac:picMk id="32" creationId="{B159EC36-2432-212A-875E-29EBA97128FE}"/>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3078163" cy="512763"/>
          </a:xfrm>
          <a:prstGeom prst="rect">
            <a:avLst/>
          </a:prstGeom>
        </p:spPr>
        <p:txBody>
          <a:bodyPr vert="horz" lIns="91440" tIns="45720" rIns="91440" bIns="45720" rtlCol="0"/>
          <a:lstStyle>
            <a:lvl1pPr algn="l">
              <a:defRPr sz="1200"/>
            </a:lvl1pPr>
          </a:lstStyle>
          <a:p>
            <a:endParaRPr lang="en-US"/>
          </a:p>
        </p:txBody>
      </p:sp>
      <p:sp>
        <p:nvSpPr>
          <p:cNvPr id="3" name="Datumsplatzhalter 2"/>
          <p:cNvSpPr>
            <a:spLocks noGrp="1"/>
          </p:cNvSpPr>
          <p:nvPr>
            <p:ph type="dt" idx="1"/>
          </p:nvPr>
        </p:nvSpPr>
        <p:spPr>
          <a:xfrm>
            <a:off x="4024313" y="0"/>
            <a:ext cx="3078162" cy="512763"/>
          </a:xfrm>
          <a:prstGeom prst="rect">
            <a:avLst/>
          </a:prstGeom>
        </p:spPr>
        <p:txBody>
          <a:bodyPr vert="horz" lIns="91440" tIns="45720" rIns="91440" bIns="45720" rtlCol="0"/>
          <a:lstStyle>
            <a:lvl1pPr algn="r">
              <a:defRPr sz="1200"/>
            </a:lvl1pPr>
          </a:lstStyle>
          <a:p>
            <a:fld id="{00D2EB66-73ED-4501-88BB-5CA3983A06AE}" type="datetimeFigureOut">
              <a:rPr lang="en-US" smtClean="0"/>
              <a:t>5/18/2026</a:t>
            </a:fld>
            <a:endParaRPr lang="en-US"/>
          </a:p>
        </p:txBody>
      </p:sp>
      <p:sp>
        <p:nvSpPr>
          <p:cNvPr id="4" name="Folienbildplatzhalter 3"/>
          <p:cNvSpPr>
            <a:spLocks noGrp="1" noRot="1" noChangeAspect="1"/>
          </p:cNvSpPr>
          <p:nvPr>
            <p:ph type="sldImg" idx="2"/>
          </p:nvPr>
        </p:nvSpPr>
        <p:spPr>
          <a:xfrm>
            <a:off x="2333625" y="1279525"/>
            <a:ext cx="2438400" cy="3454400"/>
          </a:xfrm>
          <a:prstGeom prst="rect">
            <a:avLst/>
          </a:prstGeom>
          <a:noFill/>
          <a:ln w="12700">
            <a:solidFill>
              <a:prstClr val="black"/>
            </a:solidFill>
          </a:ln>
        </p:spPr>
        <p:txBody>
          <a:bodyPr vert="horz" lIns="91440" tIns="45720" rIns="91440" bIns="45720" rtlCol="0" anchor="ctr"/>
          <a:lstStyle/>
          <a:p>
            <a:endParaRPr lang="en-US"/>
          </a:p>
        </p:txBody>
      </p:sp>
      <p:sp>
        <p:nvSpPr>
          <p:cNvPr id="5" name="Notizenplatzhalter 4"/>
          <p:cNvSpPr>
            <a:spLocks noGrp="1"/>
          </p:cNvSpPr>
          <p:nvPr>
            <p:ph type="body" sz="quarter" idx="3"/>
          </p:nvPr>
        </p:nvSpPr>
        <p:spPr>
          <a:xfrm>
            <a:off x="711200" y="4926013"/>
            <a:ext cx="5683250" cy="4029075"/>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6" name="Fußzeilenplatzhalter 5"/>
          <p:cNvSpPr>
            <a:spLocks noGrp="1"/>
          </p:cNvSpPr>
          <p:nvPr>
            <p:ph type="ftr" sz="quarter" idx="4"/>
          </p:nvPr>
        </p:nvSpPr>
        <p:spPr>
          <a:xfrm>
            <a:off x="0" y="9721850"/>
            <a:ext cx="3078163" cy="512763"/>
          </a:xfrm>
          <a:prstGeom prst="rect">
            <a:avLst/>
          </a:prstGeom>
        </p:spPr>
        <p:txBody>
          <a:bodyPr vert="horz" lIns="91440" tIns="45720" rIns="91440" bIns="45720" rtlCol="0" anchor="b"/>
          <a:lstStyle>
            <a:lvl1pPr algn="l">
              <a:defRPr sz="1200"/>
            </a:lvl1pPr>
          </a:lstStyle>
          <a:p>
            <a:endParaRPr lang="en-US"/>
          </a:p>
        </p:txBody>
      </p:sp>
      <p:sp>
        <p:nvSpPr>
          <p:cNvPr id="7" name="Foliennummernplatzhalter 6"/>
          <p:cNvSpPr>
            <a:spLocks noGrp="1"/>
          </p:cNvSpPr>
          <p:nvPr>
            <p:ph type="sldNum" sz="quarter" idx="5"/>
          </p:nvPr>
        </p:nvSpPr>
        <p:spPr>
          <a:xfrm>
            <a:off x="4024313" y="9721850"/>
            <a:ext cx="3078162" cy="512763"/>
          </a:xfrm>
          <a:prstGeom prst="rect">
            <a:avLst/>
          </a:prstGeom>
        </p:spPr>
        <p:txBody>
          <a:bodyPr vert="horz" lIns="91440" tIns="45720" rIns="91440" bIns="45720" rtlCol="0" anchor="b"/>
          <a:lstStyle>
            <a:lvl1pPr algn="r">
              <a:defRPr sz="1200"/>
            </a:lvl1pPr>
          </a:lstStyle>
          <a:p>
            <a:fld id="{1C45D65C-AA27-466F-A034-108F18461898}" type="slidenum">
              <a:rPr lang="en-US" smtClean="0"/>
              <a:t>‹nr.›</a:t>
            </a:fld>
            <a:endParaRPr lang="en-US"/>
          </a:p>
        </p:txBody>
      </p:sp>
    </p:spTree>
    <p:extLst>
      <p:ext uri="{BB962C8B-B14F-4D97-AF65-F5344CB8AC3E}">
        <p14:creationId xmlns:p14="http://schemas.microsoft.com/office/powerpoint/2010/main" val="12316471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izenplatzhalter 2"/>
              <p:cNvSpPr>
                <a:spLocks noGrp="1"/>
              </p:cNvSpPr>
              <p:nvPr>
                <p:ph type="body" idx="1"/>
              </p:nvPr>
            </p:nvSpPr>
            <p:spPr/>
            <p:txBody>
              <a:bodyPr/>
              <a:lstStyle/>
              <a:p>
                <a:r>
                  <a:rPr lang="en-US" sz="3200" b="1" dirty="0"/>
                  <a:t>Results</a:t>
                </a:r>
                <a:r>
                  <a:rPr lang="en-US" dirty="0"/>
                  <a:t> </a:t>
                </a:r>
              </a:p>
              <a:p>
                <a:r>
                  <a:rPr kumimoji="0" lang="en-US" sz="1200" i="0" u="none" strike="noStrike" kern="1200" cap="none" spc="0" normalizeH="0" baseline="0" noProof="0" dirty="0">
                    <a:ln>
                      <a:noFill/>
                    </a:ln>
                    <a:solidFill>
                      <a:prstClr val="black"/>
                    </a:solidFill>
                    <a:effectLst/>
                    <a:uLnTx/>
                    <a:uFillTx/>
                    <a:latin typeface="Garamond" panose="02020404030301010803" pitchFamily="18" charset="0"/>
                    <a:ea typeface="+mn-ea"/>
                    <a:cs typeface="+mn-cs"/>
                  </a:rPr>
                  <a:t>We find that SB9 is  biased </a:t>
                </a:r>
                <a:r>
                  <a:rPr kumimoji="0" lang="en-US" sz="1200" b="0" i="0" u="none" strike="noStrike" kern="1200" cap="none" spc="0" normalizeH="0" baseline="0" noProof="0" dirty="0">
                    <a:ln>
                      <a:noFill/>
                    </a:ln>
                    <a:solidFill>
                      <a:prstClr val="black"/>
                    </a:solidFill>
                    <a:effectLst/>
                    <a:uLnTx/>
                    <a:uFillTx/>
                    <a:latin typeface="Garamond" panose="02020404030301010803" pitchFamily="18" charset="0"/>
                    <a:ea typeface="+mn-ea"/>
                    <a:cs typeface="+mn-cs"/>
                  </a:rPr>
                  <a:t>towards lower eccentricities,</a:t>
                </a:r>
              </a:p>
              <a:p>
                <a:r>
                  <a:rPr kumimoji="0" lang="en-US" sz="1200" b="0" i="0" u="none" strike="noStrike" kern="1200" cap="none" spc="0" normalizeH="0" baseline="0" noProof="0" dirty="0">
                    <a:ln>
                      <a:noFill/>
                    </a:ln>
                    <a:solidFill>
                      <a:prstClr val="black"/>
                    </a:solidFill>
                    <a:effectLst/>
                    <a:uLnTx/>
                    <a:uFillTx/>
                    <a:latin typeface="Garamond" panose="02020404030301010803" pitchFamily="18" charset="0"/>
                    <a:ea typeface="+mn-ea"/>
                    <a:cs typeface="+mn-cs"/>
                  </a:rPr>
                  <a:t> with a very strong preference for </a:t>
                </a:r>
                <a14:m>
                  <m:oMath xmlns:m="http://schemas.openxmlformats.org/officeDocument/2006/math">
                    <m:r>
                      <a:rPr kumimoji="0" lang="en-US" sz="12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𝑒</m:t>
                    </m:r>
                    <m:r>
                      <a:rPr kumimoji="0" lang="en-US" sz="12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=0</m:t>
                    </m:r>
                  </m:oMath>
                </a14:m>
                <a:r>
                  <a:rPr kumimoji="0" lang="en-US" sz="1200" b="0" i="0" u="none" strike="noStrike" kern="1200" cap="none" spc="0" normalizeH="0" baseline="0" noProof="0" dirty="0">
                    <a:ln>
                      <a:noFill/>
                    </a:ln>
                    <a:solidFill>
                      <a:prstClr val="black"/>
                    </a:solidFill>
                    <a:effectLst/>
                    <a:uLnTx/>
                    <a:uFillTx/>
                    <a:latin typeface="Garamond" panose="02020404030301010803" pitchFamily="18" charset="0"/>
                    <a:ea typeface="+mn-ea"/>
                    <a:cs typeface="+mn-cs"/>
                  </a:rPr>
                  <a:t>. ORB6 is biased</a:t>
                </a:r>
                <a:r>
                  <a:rPr kumimoji="0" lang="en-US" sz="1200" b="0" i="0" u="none" strike="noStrike" kern="1200" cap="none" spc="0" normalizeH="0" noProof="0" dirty="0">
                    <a:ln>
                      <a:noFill/>
                    </a:ln>
                    <a:solidFill>
                      <a:prstClr val="black"/>
                    </a:solidFill>
                    <a:effectLst/>
                    <a:uLnTx/>
                    <a:uFillTx/>
                    <a:latin typeface="Garamond" panose="02020404030301010803" pitchFamily="18" charset="0"/>
                    <a:ea typeface="+mn-ea"/>
                    <a:cs typeface="+mn-cs"/>
                  </a:rPr>
                  <a:t> </a:t>
                </a:r>
              </a:p>
              <a:p>
                <a:r>
                  <a:rPr lang="en-US" sz="1200" dirty="0">
                    <a:latin typeface="Garamond" panose="02020404030301010803" pitchFamily="18" charset="0"/>
                  </a:rPr>
                  <a:t>We find that ORB6 is biased towards middle eccentricities, between 0.2 and 0.6.. There is a preference for circular orbits. It is also biased towards shorter periods</a:t>
                </a:r>
              </a:p>
              <a:p>
                <a:endParaRPr lang="en-US" dirty="0"/>
              </a:p>
              <a:p>
                <a:endParaRPr lang="en-US" dirty="0"/>
              </a:p>
            </p:txBody>
          </p:sp>
        </mc:Choice>
        <mc:Fallback xmlns="">
          <p:sp>
            <p:nvSpPr>
              <p:cNvPr id="3" name="Notizenplatzhalter 2"/>
              <p:cNvSpPr>
                <a:spLocks noGrp="1"/>
              </p:cNvSpPr>
              <p:nvPr>
                <p:ph type="body" idx="1"/>
              </p:nvPr>
            </p:nvSpPr>
            <p:spPr/>
            <p:txBody>
              <a:bodyPr/>
              <a:lstStyle/>
              <a:p>
                <a:r>
                  <a:rPr lang="en-US" sz="3200" b="1" dirty="0"/>
                  <a:t>Results</a:t>
                </a:r>
                <a:r>
                  <a:rPr lang="en-US" dirty="0"/>
                  <a:t> </a:t>
                </a:r>
              </a:p>
              <a:p>
                <a:r>
                  <a:rPr kumimoji="0" lang="en-US" sz="1200" i="0" u="none" strike="noStrike" kern="1200" cap="none" spc="0" normalizeH="0" baseline="0" noProof="0" dirty="0">
                    <a:ln>
                      <a:noFill/>
                    </a:ln>
                    <a:solidFill>
                      <a:prstClr val="black"/>
                    </a:solidFill>
                    <a:effectLst/>
                    <a:uLnTx/>
                    <a:uFillTx/>
                    <a:latin typeface="Garamond" panose="02020404030301010803" pitchFamily="18" charset="0"/>
                    <a:ea typeface="+mn-ea"/>
                    <a:cs typeface="+mn-cs"/>
                  </a:rPr>
                  <a:t>We find that SB9 is  biased </a:t>
                </a:r>
                <a:r>
                  <a:rPr kumimoji="0" lang="en-US" sz="1200" b="0" i="0" u="none" strike="noStrike" kern="1200" cap="none" spc="0" normalizeH="0" baseline="0" noProof="0" dirty="0">
                    <a:ln>
                      <a:noFill/>
                    </a:ln>
                    <a:solidFill>
                      <a:prstClr val="black"/>
                    </a:solidFill>
                    <a:effectLst/>
                    <a:uLnTx/>
                    <a:uFillTx/>
                    <a:latin typeface="Garamond" panose="02020404030301010803" pitchFamily="18" charset="0"/>
                    <a:ea typeface="+mn-ea"/>
                    <a:cs typeface="+mn-cs"/>
                  </a:rPr>
                  <a:t>towards lower eccentricities,</a:t>
                </a:r>
              </a:p>
              <a:p>
                <a:r>
                  <a:rPr kumimoji="0" lang="en-US" sz="1200" b="0" i="0" u="none" strike="noStrike" kern="1200" cap="none" spc="0" normalizeH="0" baseline="0" noProof="0" dirty="0">
                    <a:ln>
                      <a:noFill/>
                    </a:ln>
                    <a:solidFill>
                      <a:prstClr val="black"/>
                    </a:solidFill>
                    <a:effectLst/>
                    <a:uLnTx/>
                    <a:uFillTx/>
                    <a:latin typeface="Garamond" panose="02020404030301010803" pitchFamily="18" charset="0"/>
                    <a:ea typeface="+mn-ea"/>
                    <a:cs typeface="+mn-cs"/>
                  </a:rPr>
                  <a:t> with a very strong preference for </a:t>
                </a:r>
                <a:r>
                  <a:rPr kumimoji="0" lang="en-US" sz="1200" b="0" i="0" u="none" strike="noStrike" kern="1200" cap="none" spc="0" normalizeH="0" baseline="0" noProof="0">
                    <a:ln>
                      <a:noFill/>
                    </a:ln>
                    <a:solidFill>
                      <a:prstClr val="black"/>
                    </a:solidFill>
                    <a:effectLst/>
                    <a:uLnTx/>
                    <a:uFillTx/>
                    <a:latin typeface="Cambria Math" panose="02040503050406030204" pitchFamily="18" charset="0"/>
                    <a:ea typeface="+mn-ea"/>
                    <a:cs typeface="+mn-cs"/>
                  </a:rPr>
                  <a:t>𝑒=0</a:t>
                </a:r>
                <a:r>
                  <a:rPr kumimoji="0" lang="en-US" sz="1200" b="0" i="0" u="none" strike="noStrike" kern="1200" cap="none" spc="0" normalizeH="0" baseline="0" noProof="0" dirty="0">
                    <a:ln>
                      <a:noFill/>
                    </a:ln>
                    <a:solidFill>
                      <a:prstClr val="black"/>
                    </a:solidFill>
                    <a:effectLst/>
                    <a:uLnTx/>
                    <a:uFillTx/>
                    <a:latin typeface="Garamond" panose="02020404030301010803" pitchFamily="18" charset="0"/>
                    <a:ea typeface="+mn-ea"/>
                    <a:cs typeface="+mn-cs"/>
                  </a:rPr>
                  <a:t>. ORB6 is biased</a:t>
                </a:r>
                <a:r>
                  <a:rPr kumimoji="0" lang="en-US" sz="1200" b="0" i="0" u="none" strike="noStrike" kern="1200" cap="none" spc="0" normalizeH="0" noProof="0" dirty="0">
                    <a:ln>
                      <a:noFill/>
                    </a:ln>
                    <a:solidFill>
                      <a:prstClr val="black"/>
                    </a:solidFill>
                    <a:effectLst/>
                    <a:uLnTx/>
                    <a:uFillTx/>
                    <a:latin typeface="Garamond" panose="02020404030301010803" pitchFamily="18" charset="0"/>
                    <a:ea typeface="+mn-ea"/>
                    <a:cs typeface="+mn-cs"/>
                  </a:rPr>
                  <a:t> </a:t>
                </a:r>
              </a:p>
              <a:p>
                <a:r>
                  <a:rPr lang="en-US" sz="1200" dirty="0">
                    <a:latin typeface="Garamond" panose="02020404030301010803" pitchFamily="18" charset="0"/>
                  </a:rPr>
                  <a:t>We find that ORB6 is biased towards middle eccentricities, between 0.2 and 0.6.. There is a preference for circular orbits. It is also biased towards shorter periods</a:t>
                </a:r>
              </a:p>
              <a:p>
                <a:endParaRPr lang="en-US" dirty="0"/>
              </a:p>
              <a:p>
                <a:endParaRPr lang="en-US" dirty="0"/>
              </a:p>
            </p:txBody>
          </p:sp>
        </mc:Fallback>
      </mc:AlternateContent>
      <p:sp>
        <p:nvSpPr>
          <p:cNvPr id="4" name="Foliennummernplatzhalter 3"/>
          <p:cNvSpPr>
            <a:spLocks noGrp="1"/>
          </p:cNvSpPr>
          <p:nvPr>
            <p:ph type="sldNum" sz="quarter" idx="5"/>
          </p:nvPr>
        </p:nvSpPr>
        <p:spPr/>
        <p:txBody>
          <a:bodyPr/>
          <a:lstStyle/>
          <a:p>
            <a:fld id="{1C45D65C-AA27-466F-A034-108F18461898}" type="slidenum">
              <a:rPr lang="en-US" smtClean="0"/>
              <a:t>1</a:t>
            </a:fld>
            <a:endParaRPr lang="en-US"/>
          </a:p>
        </p:txBody>
      </p:sp>
    </p:spTree>
    <p:extLst>
      <p:ext uri="{BB962C8B-B14F-4D97-AF65-F5344CB8AC3E}">
        <p14:creationId xmlns:p14="http://schemas.microsoft.com/office/powerpoint/2010/main" val="312649438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1603772" y="4954765"/>
            <a:ext cx="18176081" cy="10540259"/>
          </a:xfrm>
        </p:spPr>
        <p:txBody>
          <a:bodyPr anchor="b"/>
          <a:lstStyle>
            <a:lvl1pPr algn="ctr">
              <a:defRPr sz="14031"/>
            </a:lvl1pPr>
          </a:lstStyle>
          <a:p>
            <a:r>
              <a:rPr lang="de-DE"/>
              <a:t>Mastertitelformat bearbeiten</a:t>
            </a:r>
            <a:endParaRPr lang="en-US" dirty="0"/>
          </a:p>
        </p:txBody>
      </p:sp>
      <p:sp>
        <p:nvSpPr>
          <p:cNvPr id="3" name="Subtitle 2"/>
          <p:cNvSpPr>
            <a:spLocks noGrp="1"/>
          </p:cNvSpPr>
          <p:nvPr>
            <p:ph type="subTitle" idx="1"/>
          </p:nvPr>
        </p:nvSpPr>
        <p:spPr>
          <a:xfrm>
            <a:off x="2672953" y="15901497"/>
            <a:ext cx="16037719" cy="7309499"/>
          </a:xfrm>
        </p:spPr>
        <p:txBody>
          <a:bodyPr/>
          <a:lstStyle>
            <a:lvl1pPr marL="0" indent="0" algn="ctr">
              <a:buNone/>
              <a:defRPr sz="5612"/>
            </a:lvl1pPr>
            <a:lvl2pPr marL="1069162" indent="0" algn="ctr">
              <a:buNone/>
              <a:defRPr sz="4677"/>
            </a:lvl2pPr>
            <a:lvl3pPr marL="2138324" indent="0" algn="ctr">
              <a:buNone/>
              <a:defRPr sz="4209"/>
            </a:lvl3pPr>
            <a:lvl4pPr marL="3207487" indent="0" algn="ctr">
              <a:buNone/>
              <a:defRPr sz="3742"/>
            </a:lvl4pPr>
            <a:lvl5pPr marL="4276649" indent="0" algn="ctr">
              <a:buNone/>
              <a:defRPr sz="3742"/>
            </a:lvl5pPr>
            <a:lvl6pPr marL="5345811" indent="0" algn="ctr">
              <a:buNone/>
              <a:defRPr sz="3742"/>
            </a:lvl6pPr>
            <a:lvl7pPr marL="6414973" indent="0" algn="ctr">
              <a:buNone/>
              <a:defRPr sz="3742"/>
            </a:lvl7pPr>
            <a:lvl8pPr marL="7484135" indent="0" algn="ctr">
              <a:buNone/>
              <a:defRPr sz="3742"/>
            </a:lvl8pPr>
            <a:lvl9pPr marL="8553298" indent="0" algn="ctr">
              <a:buNone/>
              <a:defRPr sz="3742"/>
            </a:lvl9pPr>
          </a:lstStyle>
          <a:p>
            <a:r>
              <a:rPr lang="de-DE"/>
              <a:t>Master-Untertitelformat bearbeiten</a:t>
            </a:r>
            <a:endParaRPr lang="en-US" dirty="0"/>
          </a:p>
        </p:txBody>
      </p:sp>
      <p:sp>
        <p:nvSpPr>
          <p:cNvPr id="4" name="Date Placeholder 3"/>
          <p:cNvSpPr>
            <a:spLocks noGrp="1"/>
          </p:cNvSpPr>
          <p:nvPr>
            <p:ph type="dt" sz="half" idx="10"/>
          </p:nvPr>
        </p:nvSpPr>
        <p:spPr/>
        <p:txBody>
          <a:bodyPr/>
          <a:lstStyle/>
          <a:p>
            <a:fld id="{A1915611-89FC-422F-9E33-70C527C3BC07}" type="datetimeFigureOut">
              <a:rPr lang="en-US" smtClean="0"/>
              <a:t>5/18/2026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41607660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A1915611-89FC-422F-9E33-70C527C3BC07}" type="datetimeFigureOut">
              <a:rPr lang="en-US" smtClean="0"/>
              <a:t>5/18/2026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1342406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1458988" y="7547788"/>
            <a:ext cx="18443377" cy="12593645"/>
          </a:xfrm>
        </p:spPr>
        <p:txBody>
          <a:bodyPr anchor="b"/>
          <a:lstStyle>
            <a:lvl1pPr>
              <a:defRPr sz="14031"/>
            </a:lvl1pPr>
          </a:lstStyle>
          <a:p>
            <a:r>
              <a:rPr lang="de-DE"/>
              <a:t>Mastertitelformat bearbeiten</a:t>
            </a:r>
            <a:endParaRPr lang="en-US" dirty="0"/>
          </a:p>
        </p:txBody>
      </p:sp>
      <p:sp>
        <p:nvSpPr>
          <p:cNvPr id="3" name="Text Placeholder 2"/>
          <p:cNvSpPr>
            <a:spLocks noGrp="1"/>
          </p:cNvSpPr>
          <p:nvPr>
            <p:ph type="body" idx="1"/>
          </p:nvPr>
        </p:nvSpPr>
        <p:spPr>
          <a:xfrm>
            <a:off x="1458988" y="20260574"/>
            <a:ext cx="18443377" cy="6622701"/>
          </a:xfrm>
        </p:spPr>
        <p:txBody>
          <a:bodyPr/>
          <a:lstStyle>
            <a:lvl1pPr marL="0" indent="0">
              <a:buNone/>
              <a:defRPr sz="5612">
                <a:solidFill>
                  <a:schemeClr val="tx1">
                    <a:tint val="82000"/>
                  </a:schemeClr>
                </a:solidFill>
              </a:defRPr>
            </a:lvl1pPr>
            <a:lvl2pPr marL="1069162" indent="0">
              <a:buNone/>
              <a:defRPr sz="4677">
                <a:solidFill>
                  <a:schemeClr val="tx1">
                    <a:tint val="82000"/>
                  </a:schemeClr>
                </a:solidFill>
              </a:defRPr>
            </a:lvl2pPr>
            <a:lvl3pPr marL="2138324" indent="0">
              <a:buNone/>
              <a:defRPr sz="4209">
                <a:solidFill>
                  <a:schemeClr val="tx1">
                    <a:tint val="82000"/>
                  </a:schemeClr>
                </a:solidFill>
              </a:defRPr>
            </a:lvl3pPr>
            <a:lvl4pPr marL="3207487" indent="0">
              <a:buNone/>
              <a:defRPr sz="3742">
                <a:solidFill>
                  <a:schemeClr val="tx1">
                    <a:tint val="82000"/>
                  </a:schemeClr>
                </a:solidFill>
              </a:defRPr>
            </a:lvl4pPr>
            <a:lvl5pPr marL="4276649" indent="0">
              <a:buNone/>
              <a:defRPr sz="3742">
                <a:solidFill>
                  <a:schemeClr val="tx1">
                    <a:tint val="82000"/>
                  </a:schemeClr>
                </a:solidFill>
              </a:defRPr>
            </a:lvl5pPr>
            <a:lvl6pPr marL="5345811" indent="0">
              <a:buNone/>
              <a:defRPr sz="3742">
                <a:solidFill>
                  <a:schemeClr val="tx1">
                    <a:tint val="82000"/>
                  </a:schemeClr>
                </a:solidFill>
              </a:defRPr>
            </a:lvl6pPr>
            <a:lvl7pPr marL="6414973" indent="0">
              <a:buNone/>
              <a:defRPr sz="3742">
                <a:solidFill>
                  <a:schemeClr val="tx1">
                    <a:tint val="82000"/>
                  </a:schemeClr>
                </a:solidFill>
              </a:defRPr>
            </a:lvl7pPr>
            <a:lvl8pPr marL="7484135" indent="0">
              <a:buNone/>
              <a:defRPr sz="3742">
                <a:solidFill>
                  <a:schemeClr val="tx1">
                    <a:tint val="82000"/>
                  </a:schemeClr>
                </a:solidFill>
              </a:defRPr>
            </a:lvl8pPr>
            <a:lvl9pPr marL="8553298" indent="0">
              <a:buNone/>
              <a:defRPr sz="3742">
                <a:solidFill>
                  <a:schemeClr val="tx1">
                    <a:tint val="82000"/>
                  </a:schemeClr>
                </a:solidFill>
              </a:defRPr>
            </a:lvl9pPr>
          </a:lstStyle>
          <a:p>
            <a:pPr lvl="0"/>
            <a:r>
              <a:rPr lang="de-DE"/>
              <a:t>Mastertextformat bearbeiten</a:t>
            </a:r>
          </a:p>
        </p:txBody>
      </p:sp>
      <p:sp>
        <p:nvSpPr>
          <p:cNvPr id="4" name="Date Placeholder 3"/>
          <p:cNvSpPr>
            <a:spLocks noGrp="1"/>
          </p:cNvSpPr>
          <p:nvPr>
            <p:ph type="dt" sz="half" idx="10"/>
          </p:nvPr>
        </p:nvSpPr>
        <p:spPr/>
        <p:txBody>
          <a:bodyPr/>
          <a:lstStyle/>
          <a:p>
            <a:fld id="{A1915611-89FC-422F-9E33-70C527C3BC07}" type="datetimeFigureOut">
              <a:rPr lang="en-US" smtClean="0"/>
              <a:t>5/18/2026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38138881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Content Placeholder 2"/>
          <p:cNvSpPr>
            <a:spLocks noGrp="1"/>
          </p:cNvSpPr>
          <p:nvPr>
            <p:ph sz="half" idx="1"/>
          </p:nvPr>
        </p:nvSpPr>
        <p:spPr>
          <a:xfrm>
            <a:off x="1470124" y="8059374"/>
            <a:ext cx="9088041" cy="1920934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Content Placeholder 3"/>
          <p:cNvSpPr>
            <a:spLocks noGrp="1"/>
          </p:cNvSpPr>
          <p:nvPr>
            <p:ph sz="half" idx="2"/>
          </p:nvPr>
        </p:nvSpPr>
        <p:spPr>
          <a:xfrm>
            <a:off x="10825460" y="8059374"/>
            <a:ext cx="9088041" cy="1920934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Date Placeholder 4"/>
          <p:cNvSpPr>
            <a:spLocks noGrp="1"/>
          </p:cNvSpPr>
          <p:nvPr>
            <p:ph type="dt" sz="half" idx="10"/>
          </p:nvPr>
        </p:nvSpPr>
        <p:spPr/>
        <p:txBody>
          <a:bodyPr/>
          <a:lstStyle/>
          <a:p>
            <a:fld id="{A1915611-89FC-422F-9E33-70C527C3BC07}" type="datetimeFigureOut">
              <a:rPr lang="en-US" smtClean="0"/>
              <a:t>5/18/2026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22918427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1472909" y="1611882"/>
            <a:ext cx="18443377" cy="5851808"/>
          </a:xfrm>
        </p:spPr>
        <p:txBody>
          <a:bodyPr/>
          <a:lstStyle/>
          <a:p>
            <a:r>
              <a:rPr lang="de-DE"/>
              <a:t>Mastertitelformat bearbeiten</a:t>
            </a:r>
            <a:endParaRPr lang="en-US" dirty="0"/>
          </a:p>
        </p:txBody>
      </p:sp>
      <p:sp>
        <p:nvSpPr>
          <p:cNvPr id="3" name="Text Placeholder 2"/>
          <p:cNvSpPr>
            <a:spLocks noGrp="1"/>
          </p:cNvSpPr>
          <p:nvPr>
            <p:ph type="body" idx="1"/>
          </p:nvPr>
        </p:nvSpPr>
        <p:spPr>
          <a:xfrm>
            <a:off x="1472912" y="7421634"/>
            <a:ext cx="9046274" cy="3637228"/>
          </a:xfrm>
        </p:spPr>
        <p:txBody>
          <a:bodyPr anchor="b"/>
          <a:lstStyle>
            <a:lvl1pPr marL="0" indent="0">
              <a:buNone/>
              <a:defRPr sz="5612" b="1"/>
            </a:lvl1pPr>
            <a:lvl2pPr marL="1069162" indent="0">
              <a:buNone/>
              <a:defRPr sz="4677" b="1"/>
            </a:lvl2pPr>
            <a:lvl3pPr marL="2138324" indent="0">
              <a:buNone/>
              <a:defRPr sz="4209" b="1"/>
            </a:lvl3pPr>
            <a:lvl4pPr marL="3207487" indent="0">
              <a:buNone/>
              <a:defRPr sz="3742" b="1"/>
            </a:lvl4pPr>
            <a:lvl5pPr marL="4276649" indent="0">
              <a:buNone/>
              <a:defRPr sz="3742" b="1"/>
            </a:lvl5pPr>
            <a:lvl6pPr marL="5345811" indent="0">
              <a:buNone/>
              <a:defRPr sz="3742" b="1"/>
            </a:lvl6pPr>
            <a:lvl7pPr marL="6414973" indent="0">
              <a:buNone/>
              <a:defRPr sz="3742" b="1"/>
            </a:lvl7pPr>
            <a:lvl8pPr marL="7484135" indent="0">
              <a:buNone/>
              <a:defRPr sz="3742" b="1"/>
            </a:lvl8pPr>
            <a:lvl9pPr marL="8553298" indent="0">
              <a:buNone/>
              <a:defRPr sz="3742" b="1"/>
            </a:lvl9pPr>
          </a:lstStyle>
          <a:p>
            <a:pPr lvl="0"/>
            <a:r>
              <a:rPr lang="de-DE"/>
              <a:t>Mastertextformat bearbeiten</a:t>
            </a:r>
          </a:p>
        </p:txBody>
      </p:sp>
      <p:sp>
        <p:nvSpPr>
          <p:cNvPr id="4" name="Content Placeholder 3"/>
          <p:cNvSpPr>
            <a:spLocks noGrp="1"/>
          </p:cNvSpPr>
          <p:nvPr>
            <p:ph sz="half" idx="2"/>
          </p:nvPr>
        </p:nvSpPr>
        <p:spPr>
          <a:xfrm>
            <a:off x="1472912" y="11058863"/>
            <a:ext cx="9046274" cy="1626592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5" name="Text Placeholder 4"/>
          <p:cNvSpPr>
            <a:spLocks noGrp="1"/>
          </p:cNvSpPr>
          <p:nvPr>
            <p:ph type="body" sz="quarter" idx="3"/>
          </p:nvPr>
        </p:nvSpPr>
        <p:spPr>
          <a:xfrm>
            <a:off x="10825461" y="7421634"/>
            <a:ext cx="9090826" cy="3637228"/>
          </a:xfrm>
        </p:spPr>
        <p:txBody>
          <a:bodyPr anchor="b"/>
          <a:lstStyle>
            <a:lvl1pPr marL="0" indent="0">
              <a:buNone/>
              <a:defRPr sz="5612" b="1"/>
            </a:lvl1pPr>
            <a:lvl2pPr marL="1069162" indent="0">
              <a:buNone/>
              <a:defRPr sz="4677" b="1"/>
            </a:lvl2pPr>
            <a:lvl3pPr marL="2138324" indent="0">
              <a:buNone/>
              <a:defRPr sz="4209" b="1"/>
            </a:lvl3pPr>
            <a:lvl4pPr marL="3207487" indent="0">
              <a:buNone/>
              <a:defRPr sz="3742" b="1"/>
            </a:lvl4pPr>
            <a:lvl5pPr marL="4276649" indent="0">
              <a:buNone/>
              <a:defRPr sz="3742" b="1"/>
            </a:lvl5pPr>
            <a:lvl6pPr marL="5345811" indent="0">
              <a:buNone/>
              <a:defRPr sz="3742" b="1"/>
            </a:lvl6pPr>
            <a:lvl7pPr marL="6414973" indent="0">
              <a:buNone/>
              <a:defRPr sz="3742" b="1"/>
            </a:lvl7pPr>
            <a:lvl8pPr marL="7484135" indent="0">
              <a:buNone/>
              <a:defRPr sz="3742" b="1"/>
            </a:lvl8pPr>
            <a:lvl9pPr marL="8553298" indent="0">
              <a:buNone/>
              <a:defRPr sz="3742" b="1"/>
            </a:lvl9pPr>
          </a:lstStyle>
          <a:p>
            <a:pPr lvl="0"/>
            <a:r>
              <a:rPr lang="de-DE"/>
              <a:t>Mastertextformat bearbeiten</a:t>
            </a:r>
          </a:p>
        </p:txBody>
      </p:sp>
      <p:sp>
        <p:nvSpPr>
          <p:cNvPr id="6" name="Content Placeholder 5"/>
          <p:cNvSpPr>
            <a:spLocks noGrp="1"/>
          </p:cNvSpPr>
          <p:nvPr>
            <p:ph sz="quarter" idx="4"/>
          </p:nvPr>
        </p:nvSpPr>
        <p:spPr>
          <a:xfrm>
            <a:off x="10825461" y="11058863"/>
            <a:ext cx="9090826" cy="1626592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7" name="Date Placeholder 6"/>
          <p:cNvSpPr>
            <a:spLocks noGrp="1"/>
          </p:cNvSpPr>
          <p:nvPr>
            <p:ph type="dt" sz="half" idx="10"/>
          </p:nvPr>
        </p:nvSpPr>
        <p:spPr/>
        <p:txBody>
          <a:bodyPr/>
          <a:lstStyle/>
          <a:p>
            <a:fld id="{A1915611-89FC-422F-9E33-70C527C3BC07}" type="datetimeFigureOut">
              <a:rPr lang="en-US" smtClean="0"/>
              <a:t>5/18/2026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25274759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Date Placeholder 2"/>
          <p:cNvSpPr>
            <a:spLocks noGrp="1"/>
          </p:cNvSpPr>
          <p:nvPr>
            <p:ph type="dt" sz="half" idx="10"/>
          </p:nvPr>
        </p:nvSpPr>
        <p:spPr/>
        <p:txBody>
          <a:bodyPr/>
          <a:lstStyle/>
          <a:p>
            <a:fld id="{A1915611-89FC-422F-9E33-70C527C3BC07}" type="datetimeFigureOut">
              <a:rPr lang="en-US" smtClean="0"/>
              <a:t>5/18/2026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15599743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1915611-89FC-422F-9E33-70C527C3BC07}" type="datetimeFigureOut">
              <a:rPr lang="en-US" smtClean="0"/>
              <a:t>5/18/2026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11481128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1472909" y="2018348"/>
            <a:ext cx="6896776" cy="7064216"/>
          </a:xfrm>
        </p:spPr>
        <p:txBody>
          <a:bodyPr anchor="b"/>
          <a:lstStyle>
            <a:lvl1pPr>
              <a:defRPr sz="7483"/>
            </a:lvl1pPr>
          </a:lstStyle>
          <a:p>
            <a:r>
              <a:rPr lang="de-DE"/>
              <a:t>Mastertitelformat bearbeiten</a:t>
            </a:r>
            <a:endParaRPr lang="en-US" dirty="0"/>
          </a:p>
        </p:txBody>
      </p:sp>
      <p:sp>
        <p:nvSpPr>
          <p:cNvPr id="3" name="Content Placeholder 2"/>
          <p:cNvSpPr>
            <a:spLocks noGrp="1"/>
          </p:cNvSpPr>
          <p:nvPr>
            <p:ph idx="1"/>
          </p:nvPr>
        </p:nvSpPr>
        <p:spPr>
          <a:xfrm>
            <a:off x="9090826" y="4359077"/>
            <a:ext cx="10825460" cy="21515024"/>
          </a:xfrm>
        </p:spPr>
        <p:txBody>
          <a:bodyPr/>
          <a:lstStyle>
            <a:lvl1pPr>
              <a:defRPr sz="7483"/>
            </a:lvl1pPr>
            <a:lvl2pPr>
              <a:defRPr sz="6548"/>
            </a:lvl2pPr>
            <a:lvl3pPr>
              <a:defRPr sz="5612"/>
            </a:lvl3pPr>
            <a:lvl4pPr>
              <a:defRPr sz="4677"/>
            </a:lvl4pPr>
            <a:lvl5pPr>
              <a:defRPr sz="4677"/>
            </a:lvl5pPr>
            <a:lvl6pPr>
              <a:defRPr sz="4677"/>
            </a:lvl6pPr>
            <a:lvl7pPr>
              <a:defRPr sz="4677"/>
            </a:lvl7pPr>
            <a:lvl8pPr>
              <a:defRPr sz="4677"/>
            </a:lvl8pPr>
            <a:lvl9pPr>
              <a:defRPr sz="4677"/>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Text Placeholder 3"/>
          <p:cNvSpPr>
            <a:spLocks noGrp="1"/>
          </p:cNvSpPr>
          <p:nvPr>
            <p:ph type="body" sz="half" idx="2"/>
          </p:nvPr>
        </p:nvSpPr>
        <p:spPr>
          <a:xfrm>
            <a:off x="1472909" y="9082564"/>
            <a:ext cx="6896776" cy="16826573"/>
          </a:xfrm>
        </p:spPr>
        <p:txBody>
          <a:bodyPr/>
          <a:lstStyle>
            <a:lvl1pPr marL="0" indent="0">
              <a:buNone/>
              <a:defRPr sz="3742"/>
            </a:lvl1pPr>
            <a:lvl2pPr marL="1069162" indent="0">
              <a:buNone/>
              <a:defRPr sz="3274"/>
            </a:lvl2pPr>
            <a:lvl3pPr marL="2138324" indent="0">
              <a:buNone/>
              <a:defRPr sz="2806"/>
            </a:lvl3pPr>
            <a:lvl4pPr marL="3207487" indent="0">
              <a:buNone/>
              <a:defRPr sz="2339"/>
            </a:lvl4pPr>
            <a:lvl5pPr marL="4276649" indent="0">
              <a:buNone/>
              <a:defRPr sz="2339"/>
            </a:lvl5pPr>
            <a:lvl6pPr marL="5345811" indent="0">
              <a:buNone/>
              <a:defRPr sz="2339"/>
            </a:lvl6pPr>
            <a:lvl7pPr marL="6414973" indent="0">
              <a:buNone/>
              <a:defRPr sz="2339"/>
            </a:lvl7pPr>
            <a:lvl8pPr marL="7484135" indent="0">
              <a:buNone/>
              <a:defRPr sz="2339"/>
            </a:lvl8pPr>
            <a:lvl9pPr marL="8553298" indent="0">
              <a:buNone/>
              <a:defRPr sz="2339"/>
            </a:lvl9pPr>
          </a:lstStyle>
          <a:p>
            <a:pPr lvl="0"/>
            <a:r>
              <a:rPr lang="de-DE"/>
              <a:t>Mastertextformat bearbeiten</a:t>
            </a:r>
          </a:p>
        </p:txBody>
      </p:sp>
      <p:sp>
        <p:nvSpPr>
          <p:cNvPr id="5" name="Date Placeholder 4"/>
          <p:cNvSpPr>
            <a:spLocks noGrp="1"/>
          </p:cNvSpPr>
          <p:nvPr>
            <p:ph type="dt" sz="half" idx="10"/>
          </p:nvPr>
        </p:nvSpPr>
        <p:spPr/>
        <p:txBody>
          <a:bodyPr/>
          <a:lstStyle/>
          <a:p>
            <a:fld id="{A1915611-89FC-422F-9E33-70C527C3BC07}" type="datetimeFigureOut">
              <a:rPr lang="en-US" smtClean="0"/>
              <a:t>5/18/2026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34758409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1472909" y="2018348"/>
            <a:ext cx="6896776" cy="7064216"/>
          </a:xfrm>
        </p:spPr>
        <p:txBody>
          <a:bodyPr anchor="b"/>
          <a:lstStyle>
            <a:lvl1pPr>
              <a:defRPr sz="7483"/>
            </a:lvl1pPr>
          </a:lstStyle>
          <a:p>
            <a:r>
              <a:rPr lang="de-DE"/>
              <a:t>Mastertitelformat bearbeiten</a:t>
            </a:r>
            <a:endParaRPr lang="en-US" dirty="0"/>
          </a:p>
        </p:txBody>
      </p:sp>
      <p:sp>
        <p:nvSpPr>
          <p:cNvPr id="3" name="Picture Placeholder 2"/>
          <p:cNvSpPr>
            <a:spLocks noGrp="1" noChangeAspect="1"/>
          </p:cNvSpPr>
          <p:nvPr>
            <p:ph type="pic" idx="1"/>
          </p:nvPr>
        </p:nvSpPr>
        <p:spPr>
          <a:xfrm>
            <a:off x="9090826" y="4359077"/>
            <a:ext cx="10825460" cy="21515024"/>
          </a:xfrm>
        </p:spPr>
        <p:txBody>
          <a:bodyPr anchor="t"/>
          <a:lstStyle>
            <a:lvl1pPr marL="0" indent="0">
              <a:buNone/>
              <a:defRPr sz="7483"/>
            </a:lvl1pPr>
            <a:lvl2pPr marL="1069162" indent="0">
              <a:buNone/>
              <a:defRPr sz="6548"/>
            </a:lvl2pPr>
            <a:lvl3pPr marL="2138324" indent="0">
              <a:buNone/>
              <a:defRPr sz="5612"/>
            </a:lvl3pPr>
            <a:lvl4pPr marL="3207487" indent="0">
              <a:buNone/>
              <a:defRPr sz="4677"/>
            </a:lvl4pPr>
            <a:lvl5pPr marL="4276649" indent="0">
              <a:buNone/>
              <a:defRPr sz="4677"/>
            </a:lvl5pPr>
            <a:lvl6pPr marL="5345811" indent="0">
              <a:buNone/>
              <a:defRPr sz="4677"/>
            </a:lvl6pPr>
            <a:lvl7pPr marL="6414973" indent="0">
              <a:buNone/>
              <a:defRPr sz="4677"/>
            </a:lvl7pPr>
            <a:lvl8pPr marL="7484135" indent="0">
              <a:buNone/>
              <a:defRPr sz="4677"/>
            </a:lvl8pPr>
            <a:lvl9pPr marL="8553298" indent="0">
              <a:buNone/>
              <a:defRPr sz="4677"/>
            </a:lvl9pPr>
          </a:lstStyle>
          <a:p>
            <a:r>
              <a:rPr lang="de-DE"/>
              <a:t>Bild durch Klicken auf Symbol hinzufügen</a:t>
            </a:r>
            <a:endParaRPr lang="en-US" dirty="0"/>
          </a:p>
        </p:txBody>
      </p:sp>
      <p:sp>
        <p:nvSpPr>
          <p:cNvPr id="4" name="Text Placeholder 3"/>
          <p:cNvSpPr>
            <a:spLocks noGrp="1"/>
          </p:cNvSpPr>
          <p:nvPr>
            <p:ph type="body" sz="half" idx="2"/>
          </p:nvPr>
        </p:nvSpPr>
        <p:spPr>
          <a:xfrm>
            <a:off x="1472909" y="9082564"/>
            <a:ext cx="6896776" cy="16826573"/>
          </a:xfrm>
        </p:spPr>
        <p:txBody>
          <a:bodyPr/>
          <a:lstStyle>
            <a:lvl1pPr marL="0" indent="0">
              <a:buNone/>
              <a:defRPr sz="3742"/>
            </a:lvl1pPr>
            <a:lvl2pPr marL="1069162" indent="0">
              <a:buNone/>
              <a:defRPr sz="3274"/>
            </a:lvl2pPr>
            <a:lvl3pPr marL="2138324" indent="0">
              <a:buNone/>
              <a:defRPr sz="2806"/>
            </a:lvl3pPr>
            <a:lvl4pPr marL="3207487" indent="0">
              <a:buNone/>
              <a:defRPr sz="2339"/>
            </a:lvl4pPr>
            <a:lvl5pPr marL="4276649" indent="0">
              <a:buNone/>
              <a:defRPr sz="2339"/>
            </a:lvl5pPr>
            <a:lvl6pPr marL="5345811" indent="0">
              <a:buNone/>
              <a:defRPr sz="2339"/>
            </a:lvl6pPr>
            <a:lvl7pPr marL="6414973" indent="0">
              <a:buNone/>
              <a:defRPr sz="2339"/>
            </a:lvl7pPr>
            <a:lvl8pPr marL="7484135" indent="0">
              <a:buNone/>
              <a:defRPr sz="2339"/>
            </a:lvl8pPr>
            <a:lvl9pPr marL="8553298" indent="0">
              <a:buNone/>
              <a:defRPr sz="2339"/>
            </a:lvl9pPr>
          </a:lstStyle>
          <a:p>
            <a:pPr lvl="0"/>
            <a:r>
              <a:rPr lang="de-DE"/>
              <a:t>Mastertextformat bearbeiten</a:t>
            </a:r>
          </a:p>
        </p:txBody>
      </p:sp>
      <p:sp>
        <p:nvSpPr>
          <p:cNvPr id="5" name="Date Placeholder 4"/>
          <p:cNvSpPr>
            <a:spLocks noGrp="1"/>
          </p:cNvSpPr>
          <p:nvPr>
            <p:ph type="dt" sz="half" idx="10"/>
          </p:nvPr>
        </p:nvSpPr>
        <p:spPr/>
        <p:txBody>
          <a:bodyPr/>
          <a:lstStyle/>
          <a:p>
            <a:fld id="{A1915611-89FC-422F-9E33-70C527C3BC07}" type="datetimeFigureOut">
              <a:rPr lang="en-US" smtClean="0"/>
              <a:t>5/18/2026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9175536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dirty="0"/>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A1915611-89FC-422F-9E33-70C527C3BC07}" type="datetimeFigureOut">
              <a:rPr lang="en-US" smtClean="0"/>
              <a:t>5/18/2026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36542016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5302658" y="1611875"/>
            <a:ext cx="4610844" cy="25656844"/>
          </a:xfrm>
        </p:spPr>
        <p:txBody>
          <a:bodyPr vert="eaVert"/>
          <a:lstStyle/>
          <a:p>
            <a:r>
              <a:rPr lang="de-DE"/>
              <a:t>Mastertitelformat bearbeiten</a:t>
            </a:r>
            <a:endParaRPr lang="en-US" dirty="0"/>
          </a:p>
        </p:txBody>
      </p:sp>
      <p:sp>
        <p:nvSpPr>
          <p:cNvPr id="3" name="Vertical Text Placeholder 2"/>
          <p:cNvSpPr>
            <a:spLocks noGrp="1"/>
          </p:cNvSpPr>
          <p:nvPr>
            <p:ph type="body" orient="vert" idx="1"/>
          </p:nvPr>
        </p:nvSpPr>
        <p:spPr>
          <a:xfrm>
            <a:off x="1470125" y="1611875"/>
            <a:ext cx="13565237" cy="25656844"/>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10"/>
          </p:nvPr>
        </p:nvSpPr>
        <p:spPr/>
        <p:txBody>
          <a:bodyPr/>
          <a:lstStyle/>
          <a:p>
            <a:fld id="{A1915611-89FC-422F-9E33-70C527C3BC07}" type="datetimeFigureOut">
              <a:rPr lang="en-US" smtClean="0"/>
              <a:t>5/18/2026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DD496AA-A241-456D-9BED-07627A88E3ED}" type="slidenum">
              <a:rPr lang="en-US" smtClean="0"/>
              <a:t>‹nr.›</a:t>
            </a:fld>
            <a:endParaRPr lang="en-US"/>
          </a:p>
        </p:txBody>
      </p:sp>
    </p:spTree>
    <p:extLst>
      <p:ext uri="{BB962C8B-B14F-4D97-AF65-F5344CB8AC3E}">
        <p14:creationId xmlns:p14="http://schemas.microsoft.com/office/powerpoint/2010/main" val="23902536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470124" y="1611882"/>
            <a:ext cx="18443377" cy="5851808"/>
          </a:xfrm>
          <a:prstGeom prst="rect">
            <a:avLst/>
          </a:prstGeom>
        </p:spPr>
        <p:txBody>
          <a:bodyPr vert="horz" lIns="91440" tIns="45720" rIns="91440" bIns="45720" rtlCol="0" anchor="ctr">
            <a:normAutofit/>
          </a:bodyPr>
          <a:lstStyle/>
          <a:p>
            <a:r>
              <a:rPr lang="de-DE"/>
              <a:t>Mastertitelformat bearbeiten</a:t>
            </a:r>
            <a:endParaRPr lang="en-US" dirty="0"/>
          </a:p>
        </p:txBody>
      </p:sp>
      <p:sp>
        <p:nvSpPr>
          <p:cNvPr id="3" name="Text Placeholder 2"/>
          <p:cNvSpPr>
            <a:spLocks noGrp="1"/>
          </p:cNvSpPr>
          <p:nvPr>
            <p:ph type="body" idx="1"/>
          </p:nvPr>
        </p:nvSpPr>
        <p:spPr>
          <a:xfrm>
            <a:off x="1470124" y="8059374"/>
            <a:ext cx="18443377" cy="19209345"/>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dirty="0"/>
          </a:p>
        </p:txBody>
      </p:sp>
      <p:sp>
        <p:nvSpPr>
          <p:cNvPr id="4" name="Date Placeholder 3"/>
          <p:cNvSpPr>
            <a:spLocks noGrp="1"/>
          </p:cNvSpPr>
          <p:nvPr>
            <p:ph type="dt" sz="half" idx="2"/>
          </p:nvPr>
        </p:nvSpPr>
        <p:spPr>
          <a:xfrm>
            <a:off x="1470124" y="28060644"/>
            <a:ext cx="4811316" cy="1611875"/>
          </a:xfrm>
          <a:prstGeom prst="rect">
            <a:avLst/>
          </a:prstGeom>
        </p:spPr>
        <p:txBody>
          <a:bodyPr vert="horz" lIns="91440" tIns="45720" rIns="91440" bIns="45720" rtlCol="0" anchor="ctr"/>
          <a:lstStyle>
            <a:lvl1pPr algn="l">
              <a:defRPr sz="2806">
                <a:solidFill>
                  <a:schemeClr val="tx1">
                    <a:tint val="82000"/>
                  </a:schemeClr>
                </a:solidFill>
              </a:defRPr>
            </a:lvl1pPr>
          </a:lstStyle>
          <a:p>
            <a:fld id="{A1915611-89FC-422F-9E33-70C527C3BC07}" type="datetimeFigureOut">
              <a:rPr lang="en-US" smtClean="0"/>
              <a:t>5/18/2026</a:t>
            </a:fld>
            <a:endParaRPr lang="en-US"/>
          </a:p>
        </p:txBody>
      </p:sp>
      <p:sp>
        <p:nvSpPr>
          <p:cNvPr id="5" name="Footer Placeholder 4"/>
          <p:cNvSpPr>
            <a:spLocks noGrp="1"/>
          </p:cNvSpPr>
          <p:nvPr>
            <p:ph type="ftr" sz="quarter" idx="3"/>
          </p:nvPr>
        </p:nvSpPr>
        <p:spPr>
          <a:xfrm>
            <a:off x="7083326" y="28060644"/>
            <a:ext cx="7216973" cy="1611875"/>
          </a:xfrm>
          <a:prstGeom prst="rect">
            <a:avLst/>
          </a:prstGeom>
        </p:spPr>
        <p:txBody>
          <a:bodyPr vert="horz" lIns="91440" tIns="45720" rIns="91440" bIns="45720" rtlCol="0" anchor="ctr"/>
          <a:lstStyle>
            <a:lvl1pPr algn="ctr">
              <a:defRPr sz="2806">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15102185" y="28060644"/>
            <a:ext cx="4811316" cy="1611875"/>
          </a:xfrm>
          <a:prstGeom prst="rect">
            <a:avLst/>
          </a:prstGeom>
        </p:spPr>
        <p:txBody>
          <a:bodyPr vert="horz" lIns="91440" tIns="45720" rIns="91440" bIns="45720" rtlCol="0" anchor="ctr"/>
          <a:lstStyle>
            <a:lvl1pPr algn="r">
              <a:defRPr sz="2806">
                <a:solidFill>
                  <a:schemeClr val="tx1">
                    <a:tint val="82000"/>
                  </a:schemeClr>
                </a:solidFill>
              </a:defRPr>
            </a:lvl1pPr>
          </a:lstStyle>
          <a:p>
            <a:fld id="{0DD496AA-A241-456D-9BED-07627A88E3ED}" type="slidenum">
              <a:rPr lang="en-US" smtClean="0"/>
              <a:t>‹nr.›</a:t>
            </a:fld>
            <a:endParaRPr lang="en-US"/>
          </a:p>
        </p:txBody>
      </p:sp>
    </p:spTree>
    <p:extLst>
      <p:ext uri="{BB962C8B-B14F-4D97-AF65-F5344CB8AC3E}">
        <p14:creationId xmlns:p14="http://schemas.microsoft.com/office/powerpoint/2010/main" val="93224683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2138324" rtl="0" eaLnBrk="1" latinLnBrk="0" hangingPunct="1">
        <a:lnSpc>
          <a:spcPct val="90000"/>
        </a:lnSpc>
        <a:spcBef>
          <a:spcPct val="0"/>
        </a:spcBef>
        <a:buNone/>
        <a:defRPr sz="10289" kern="1200">
          <a:solidFill>
            <a:schemeClr val="tx1"/>
          </a:solidFill>
          <a:latin typeface="+mj-lt"/>
          <a:ea typeface="+mj-ea"/>
          <a:cs typeface="+mj-cs"/>
        </a:defRPr>
      </a:lvl1pPr>
    </p:titleStyle>
    <p:bodyStyle>
      <a:lvl1pPr marL="534581" indent="-534581" algn="l" defTabSz="2138324" rtl="0" eaLnBrk="1" latinLnBrk="0" hangingPunct="1">
        <a:lnSpc>
          <a:spcPct val="90000"/>
        </a:lnSpc>
        <a:spcBef>
          <a:spcPts val="2339"/>
        </a:spcBef>
        <a:buFont typeface="Arial" panose="020B0604020202020204" pitchFamily="34" charset="0"/>
        <a:buChar char="•"/>
        <a:defRPr sz="6548" kern="1200">
          <a:solidFill>
            <a:schemeClr val="tx1"/>
          </a:solidFill>
          <a:latin typeface="+mn-lt"/>
          <a:ea typeface="+mn-ea"/>
          <a:cs typeface="+mn-cs"/>
        </a:defRPr>
      </a:lvl1pPr>
      <a:lvl2pPr marL="1603743" indent="-534581" algn="l" defTabSz="2138324" rtl="0" eaLnBrk="1" latinLnBrk="0" hangingPunct="1">
        <a:lnSpc>
          <a:spcPct val="90000"/>
        </a:lnSpc>
        <a:spcBef>
          <a:spcPts val="1169"/>
        </a:spcBef>
        <a:buFont typeface="Arial" panose="020B0604020202020204" pitchFamily="34" charset="0"/>
        <a:buChar char="•"/>
        <a:defRPr sz="5612" kern="1200">
          <a:solidFill>
            <a:schemeClr val="tx1"/>
          </a:solidFill>
          <a:latin typeface="+mn-lt"/>
          <a:ea typeface="+mn-ea"/>
          <a:cs typeface="+mn-cs"/>
        </a:defRPr>
      </a:lvl2pPr>
      <a:lvl3pPr marL="2672906" indent="-534581" algn="l" defTabSz="2138324" rtl="0" eaLnBrk="1" latinLnBrk="0" hangingPunct="1">
        <a:lnSpc>
          <a:spcPct val="90000"/>
        </a:lnSpc>
        <a:spcBef>
          <a:spcPts val="1169"/>
        </a:spcBef>
        <a:buFont typeface="Arial" panose="020B0604020202020204" pitchFamily="34" charset="0"/>
        <a:buChar char="•"/>
        <a:defRPr sz="4677" kern="1200">
          <a:solidFill>
            <a:schemeClr val="tx1"/>
          </a:solidFill>
          <a:latin typeface="+mn-lt"/>
          <a:ea typeface="+mn-ea"/>
          <a:cs typeface="+mn-cs"/>
        </a:defRPr>
      </a:lvl3pPr>
      <a:lvl4pPr marL="3742068" indent="-534581" algn="l" defTabSz="2138324" rtl="0" eaLnBrk="1" latinLnBrk="0" hangingPunct="1">
        <a:lnSpc>
          <a:spcPct val="90000"/>
        </a:lnSpc>
        <a:spcBef>
          <a:spcPts val="1169"/>
        </a:spcBef>
        <a:buFont typeface="Arial" panose="020B0604020202020204" pitchFamily="34" charset="0"/>
        <a:buChar char="•"/>
        <a:defRPr sz="4209" kern="1200">
          <a:solidFill>
            <a:schemeClr val="tx1"/>
          </a:solidFill>
          <a:latin typeface="+mn-lt"/>
          <a:ea typeface="+mn-ea"/>
          <a:cs typeface="+mn-cs"/>
        </a:defRPr>
      </a:lvl4pPr>
      <a:lvl5pPr marL="4811230" indent="-534581" algn="l" defTabSz="2138324" rtl="0" eaLnBrk="1" latinLnBrk="0" hangingPunct="1">
        <a:lnSpc>
          <a:spcPct val="90000"/>
        </a:lnSpc>
        <a:spcBef>
          <a:spcPts val="1169"/>
        </a:spcBef>
        <a:buFont typeface="Arial" panose="020B0604020202020204" pitchFamily="34" charset="0"/>
        <a:buChar char="•"/>
        <a:defRPr sz="4209" kern="1200">
          <a:solidFill>
            <a:schemeClr val="tx1"/>
          </a:solidFill>
          <a:latin typeface="+mn-lt"/>
          <a:ea typeface="+mn-ea"/>
          <a:cs typeface="+mn-cs"/>
        </a:defRPr>
      </a:lvl5pPr>
      <a:lvl6pPr marL="5880392" indent="-534581" algn="l" defTabSz="2138324" rtl="0" eaLnBrk="1" latinLnBrk="0" hangingPunct="1">
        <a:lnSpc>
          <a:spcPct val="90000"/>
        </a:lnSpc>
        <a:spcBef>
          <a:spcPts val="1169"/>
        </a:spcBef>
        <a:buFont typeface="Arial" panose="020B0604020202020204" pitchFamily="34" charset="0"/>
        <a:buChar char="•"/>
        <a:defRPr sz="4209" kern="1200">
          <a:solidFill>
            <a:schemeClr val="tx1"/>
          </a:solidFill>
          <a:latin typeface="+mn-lt"/>
          <a:ea typeface="+mn-ea"/>
          <a:cs typeface="+mn-cs"/>
        </a:defRPr>
      </a:lvl6pPr>
      <a:lvl7pPr marL="6949554" indent="-534581" algn="l" defTabSz="2138324" rtl="0" eaLnBrk="1" latinLnBrk="0" hangingPunct="1">
        <a:lnSpc>
          <a:spcPct val="90000"/>
        </a:lnSpc>
        <a:spcBef>
          <a:spcPts val="1169"/>
        </a:spcBef>
        <a:buFont typeface="Arial" panose="020B0604020202020204" pitchFamily="34" charset="0"/>
        <a:buChar char="•"/>
        <a:defRPr sz="4209" kern="1200">
          <a:solidFill>
            <a:schemeClr val="tx1"/>
          </a:solidFill>
          <a:latin typeface="+mn-lt"/>
          <a:ea typeface="+mn-ea"/>
          <a:cs typeface="+mn-cs"/>
        </a:defRPr>
      </a:lvl7pPr>
      <a:lvl8pPr marL="8018717" indent="-534581" algn="l" defTabSz="2138324" rtl="0" eaLnBrk="1" latinLnBrk="0" hangingPunct="1">
        <a:lnSpc>
          <a:spcPct val="90000"/>
        </a:lnSpc>
        <a:spcBef>
          <a:spcPts val="1169"/>
        </a:spcBef>
        <a:buFont typeface="Arial" panose="020B0604020202020204" pitchFamily="34" charset="0"/>
        <a:buChar char="•"/>
        <a:defRPr sz="4209" kern="1200">
          <a:solidFill>
            <a:schemeClr val="tx1"/>
          </a:solidFill>
          <a:latin typeface="+mn-lt"/>
          <a:ea typeface="+mn-ea"/>
          <a:cs typeface="+mn-cs"/>
        </a:defRPr>
      </a:lvl8pPr>
      <a:lvl9pPr marL="9087879" indent="-534581" algn="l" defTabSz="2138324" rtl="0" eaLnBrk="1" latinLnBrk="0" hangingPunct="1">
        <a:lnSpc>
          <a:spcPct val="90000"/>
        </a:lnSpc>
        <a:spcBef>
          <a:spcPts val="1169"/>
        </a:spcBef>
        <a:buFont typeface="Arial" panose="020B0604020202020204" pitchFamily="34" charset="0"/>
        <a:buChar char="•"/>
        <a:defRPr sz="4209" kern="1200">
          <a:solidFill>
            <a:schemeClr val="tx1"/>
          </a:solidFill>
          <a:latin typeface="+mn-lt"/>
          <a:ea typeface="+mn-ea"/>
          <a:cs typeface="+mn-cs"/>
        </a:defRPr>
      </a:lvl9pPr>
    </p:bodyStyle>
    <p:otherStyle>
      <a:defPPr>
        <a:defRPr lang="en-US"/>
      </a:defPPr>
      <a:lvl1pPr marL="0" algn="l" defTabSz="2138324" rtl="0" eaLnBrk="1" latinLnBrk="0" hangingPunct="1">
        <a:defRPr sz="4209" kern="1200">
          <a:solidFill>
            <a:schemeClr val="tx1"/>
          </a:solidFill>
          <a:latin typeface="+mn-lt"/>
          <a:ea typeface="+mn-ea"/>
          <a:cs typeface="+mn-cs"/>
        </a:defRPr>
      </a:lvl1pPr>
      <a:lvl2pPr marL="1069162" algn="l" defTabSz="2138324" rtl="0" eaLnBrk="1" latinLnBrk="0" hangingPunct="1">
        <a:defRPr sz="4209" kern="1200">
          <a:solidFill>
            <a:schemeClr val="tx1"/>
          </a:solidFill>
          <a:latin typeface="+mn-lt"/>
          <a:ea typeface="+mn-ea"/>
          <a:cs typeface="+mn-cs"/>
        </a:defRPr>
      </a:lvl2pPr>
      <a:lvl3pPr marL="2138324" algn="l" defTabSz="2138324" rtl="0" eaLnBrk="1" latinLnBrk="0" hangingPunct="1">
        <a:defRPr sz="4209" kern="1200">
          <a:solidFill>
            <a:schemeClr val="tx1"/>
          </a:solidFill>
          <a:latin typeface="+mn-lt"/>
          <a:ea typeface="+mn-ea"/>
          <a:cs typeface="+mn-cs"/>
        </a:defRPr>
      </a:lvl3pPr>
      <a:lvl4pPr marL="3207487" algn="l" defTabSz="2138324" rtl="0" eaLnBrk="1" latinLnBrk="0" hangingPunct="1">
        <a:defRPr sz="4209" kern="1200">
          <a:solidFill>
            <a:schemeClr val="tx1"/>
          </a:solidFill>
          <a:latin typeface="+mn-lt"/>
          <a:ea typeface="+mn-ea"/>
          <a:cs typeface="+mn-cs"/>
        </a:defRPr>
      </a:lvl4pPr>
      <a:lvl5pPr marL="4276649" algn="l" defTabSz="2138324" rtl="0" eaLnBrk="1" latinLnBrk="0" hangingPunct="1">
        <a:defRPr sz="4209" kern="1200">
          <a:solidFill>
            <a:schemeClr val="tx1"/>
          </a:solidFill>
          <a:latin typeface="+mn-lt"/>
          <a:ea typeface="+mn-ea"/>
          <a:cs typeface="+mn-cs"/>
        </a:defRPr>
      </a:lvl5pPr>
      <a:lvl6pPr marL="5345811" algn="l" defTabSz="2138324" rtl="0" eaLnBrk="1" latinLnBrk="0" hangingPunct="1">
        <a:defRPr sz="4209" kern="1200">
          <a:solidFill>
            <a:schemeClr val="tx1"/>
          </a:solidFill>
          <a:latin typeface="+mn-lt"/>
          <a:ea typeface="+mn-ea"/>
          <a:cs typeface="+mn-cs"/>
        </a:defRPr>
      </a:lvl6pPr>
      <a:lvl7pPr marL="6414973" algn="l" defTabSz="2138324" rtl="0" eaLnBrk="1" latinLnBrk="0" hangingPunct="1">
        <a:defRPr sz="4209" kern="1200">
          <a:solidFill>
            <a:schemeClr val="tx1"/>
          </a:solidFill>
          <a:latin typeface="+mn-lt"/>
          <a:ea typeface="+mn-ea"/>
          <a:cs typeface="+mn-cs"/>
        </a:defRPr>
      </a:lvl7pPr>
      <a:lvl8pPr marL="7484135" algn="l" defTabSz="2138324" rtl="0" eaLnBrk="1" latinLnBrk="0" hangingPunct="1">
        <a:defRPr sz="4209" kern="1200">
          <a:solidFill>
            <a:schemeClr val="tx1"/>
          </a:solidFill>
          <a:latin typeface="+mn-lt"/>
          <a:ea typeface="+mn-ea"/>
          <a:cs typeface="+mn-cs"/>
        </a:defRPr>
      </a:lvl8pPr>
      <a:lvl9pPr marL="8553298" algn="l" defTabSz="2138324" rtl="0" eaLnBrk="1" latinLnBrk="0" hangingPunct="1">
        <a:defRPr sz="420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1.svg"/><Relationship Id="rId7" Type="http://schemas.openxmlformats.org/officeDocument/2006/relationships/image" Target="../media/image4.png"/><Relationship Id="rId12" Type="http://schemas.openxmlformats.org/officeDocument/2006/relationships/image" Target="../media/image9.sv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3.png"/><Relationship Id="rId11" Type="http://schemas.openxmlformats.org/officeDocument/2006/relationships/image" Target="../media/image8.svg"/><Relationship Id="rId5" Type="http://schemas.openxmlformats.org/officeDocument/2006/relationships/image" Target="../media/image2.png"/><Relationship Id="rId10" Type="http://schemas.openxmlformats.org/officeDocument/2006/relationships/image" Target="../media/image7.svg"/><Relationship Id="rId9" Type="http://schemas.openxmlformats.org/officeDocument/2006/relationships/image" Target="../media/image6.svg"/></Relationships>
</file>

<file path=ppt/slides/_rels/slide2.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6.sv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sv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2EBE2"/>
        </a:solidFill>
        <a:effectLst/>
      </p:bgPr>
    </p:bg>
    <p:spTree>
      <p:nvGrpSpPr>
        <p:cNvPr id="1" name=""/>
        <p:cNvGrpSpPr/>
        <p:nvPr/>
      </p:nvGrpSpPr>
      <p:grpSpPr>
        <a:xfrm>
          <a:off x="0" y="0"/>
          <a:ext cx="0" cy="0"/>
          <a:chOff x="0" y="0"/>
          <a:chExt cx="0" cy="0"/>
        </a:xfrm>
      </p:grpSpPr>
      <p:sp>
        <p:nvSpPr>
          <p:cNvPr id="25" name="Rechteck 24">
            <a:extLst>
              <a:ext uri="{FF2B5EF4-FFF2-40B4-BE49-F238E27FC236}">
                <a16:creationId xmlns:a16="http://schemas.microsoft.com/office/drawing/2014/main" id="{77969D52-DE5C-42BF-121B-27045EB0367C}"/>
              </a:ext>
            </a:extLst>
          </p:cNvPr>
          <p:cNvSpPr/>
          <p:nvPr/>
        </p:nvSpPr>
        <p:spPr>
          <a:xfrm>
            <a:off x="105077" y="17783672"/>
            <a:ext cx="21110615" cy="6385802"/>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Ellipse 39">
            <a:extLst>
              <a:ext uri="{FF2B5EF4-FFF2-40B4-BE49-F238E27FC236}">
                <a16:creationId xmlns:a16="http://schemas.microsoft.com/office/drawing/2014/main" id="{F27323A8-4E37-7C83-308C-B4A73170034C}"/>
              </a:ext>
            </a:extLst>
          </p:cNvPr>
          <p:cNvSpPr/>
          <p:nvPr/>
        </p:nvSpPr>
        <p:spPr>
          <a:xfrm rot="20355398">
            <a:off x="-4251929" y="6888166"/>
            <a:ext cx="18307299" cy="10062396"/>
          </a:xfrm>
          <a:prstGeom prst="ellipse">
            <a:avLst/>
          </a:prstGeom>
          <a:noFill/>
          <a:ln>
            <a:solidFill>
              <a:srgbClr val="33333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Ellipse 38">
            <a:extLst>
              <a:ext uri="{FF2B5EF4-FFF2-40B4-BE49-F238E27FC236}">
                <a16:creationId xmlns:a16="http://schemas.microsoft.com/office/drawing/2014/main" id="{6078CAB3-5FA3-247D-A3F8-4A33EFC8D7C5}"/>
              </a:ext>
            </a:extLst>
          </p:cNvPr>
          <p:cNvSpPr/>
          <p:nvPr/>
        </p:nvSpPr>
        <p:spPr>
          <a:xfrm>
            <a:off x="277079" y="7101030"/>
            <a:ext cx="1800000" cy="1800000"/>
          </a:xfrm>
          <a:prstGeom prst="ellipse">
            <a:avLst/>
          </a:prstGeom>
          <a:solidFill>
            <a:srgbClr val="C24D3F"/>
          </a:solidFill>
          <a:ln>
            <a:solidFill>
              <a:srgbClr val="963C3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Ellipse 40">
            <a:extLst>
              <a:ext uri="{FF2B5EF4-FFF2-40B4-BE49-F238E27FC236}">
                <a16:creationId xmlns:a16="http://schemas.microsoft.com/office/drawing/2014/main" id="{EBBD04DC-465B-1446-6DB1-EE54CD34F1F0}"/>
              </a:ext>
            </a:extLst>
          </p:cNvPr>
          <p:cNvSpPr/>
          <p:nvPr/>
        </p:nvSpPr>
        <p:spPr>
          <a:xfrm rot="20002223">
            <a:off x="11828207" y="2822741"/>
            <a:ext cx="14831729" cy="11658798"/>
          </a:xfrm>
          <a:prstGeom prst="ellipse">
            <a:avLst/>
          </a:prstGeom>
          <a:noFill/>
          <a:ln>
            <a:solidFill>
              <a:srgbClr val="33333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Textfeld 42">
            <a:extLst>
              <a:ext uri="{FF2B5EF4-FFF2-40B4-BE49-F238E27FC236}">
                <a16:creationId xmlns:a16="http://schemas.microsoft.com/office/drawing/2014/main" id="{03457626-FDEA-D7AF-4DE0-5E7B18C81CB1}"/>
              </a:ext>
            </a:extLst>
          </p:cNvPr>
          <p:cNvSpPr txBox="1"/>
          <p:nvPr/>
        </p:nvSpPr>
        <p:spPr>
          <a:xfrm>
            <a:off x="579121" y="518160"/>
            <a:ext cx="14935199" cy="2467048"/>
          </a:xfrm>
          <a:prstGeom prst="rect">
            <a:avLst/>
          </a:prstGeom>
          <a:noFill/>
        </p:spPr>
        <p:txBody>
          <a:bodyPr wrap="none" rtlCol="0">
            <a:prstTxWarp prst="textCascadeUp">
              <a:avLst>
                <a:gd name="adj" fmla="val 61056"/>
              </a:avLst>
            </a:prstTxWarp>
            <a:spAutoFit/>
          </a:bodyPr>
          <a:lstStyle/>
          <a:p>
            <a:r>
              <a:rPr lang="en-US" sz="41300" b="1" dirty="0">
                <a:solidFill>
                  <a:srgbClr val="333333"/>
                </a:solidFill>
                <a:effectLst>
                  <a:outerShdw blurRad="50800" dist="38100" dir="8100000" algn="tr" rotWithShape="0">
                    <a:prstClr val="black">
                      <a:alpha val="40000"/>
                    </a:prstClr>
                  </a:outerShdw>
                </a:effectLst>
                <a:latin typeface="Garamond" panose="02020404030301010803" pitchFamily="18" charset="0"/>
              </a:rPr>
              <a:t>Bias in the Sky</a:t>
            </a:r>
          </a:p>
        </p:txBody>
      </p:sp>
      <p:sp>
        <p:nvSpPr>
          <p:cNvPr id="45" name="Textfeld 44">
            <a:extLst>
              <a:ext uri="{FF2B5EF4-FFF2-40B4-BE49-F238E27FC236}">
                <a16:creationId xmlns:a16="http://schemas.microsoft.com/office/drawing/2014/main" id="{694D2F0C-11F7-33A7-CDD9-1BBD334156B6}"/>
              </a:ext>
            </a:extLst>
          </p:cNvPr>
          <p:cNvSpPr txBox="1"/>
          <p:nvPr/>
        </p:nvSpPr>
        <p:spPr>
          <a:xfrm>
            <a:off x="579121" y="2463367"/>
            <a:ext cx="15346680" cy="1015663"/>
          </a:xfrm>
          <a:prstGeom prst="rect">
            <a:avLst/>
          </a:prstGeom>
          <a:noFill/>
        </p:spPr>
        <p:txBody>
          <a:bodyPr wrap="square">
            <a:spAutoFit/>
          </a:bodyPr>
          <a:lstStyle/>
          <a:p>
            <a:r>
              <a:rPr lang="en-US" sz="6000" b="1" dirty="0">
                <a:solidFill>
                  <a:srgbClr val="333333"/>
                </a:solidFill>
                <a:latin typeface="Garamond" panose="02020404030301010803" pitchFamily="18" charset="0"/>
              </a:rPr>
              <a:t>Observational Bias in Binary Star Catalogues</a:t>
            </a:r>
          </a:p>
        </p:txBody>
      </p:sp>
      <p:sp>
        <p:nvSpPr>
          <p:cNvPr id="47" name="Textfeld 46">
            <a:extLst>
              <a:ext uri="{FF2B5EF4-FFF2-40B4-BE49-F238E27FC236}">
                <a16:creationId xmlns:a16="http://schemas.microsoft.com/office/drawing/2014/main" id="{5C947FBF-1ECA-BFC4-9160-8E6DDA7EBFF4}"/>
              </a:ext>
            </a:extLst>
          </p:cNvPr>
          <p:cNvSpPr txBox="1"/>
          <p:nvPr/>
        </p:nvSpPr>
        <p:spPr>
          <a:xfrm>
            <a:off x="650507" y="4073185"/>
            <a:ext cx="12817843" cy="3662541"/>
          </a:xfrm>
          <a:prstGeom prst="rect">
            <a:avLst/>
          </a:prstGeom>
          <a:noFill/>
          <a:ln>
            <a:noFill/>
          </a:ln>
        </p:spPr>
        <p:txBody>
          <a:bodyPr wrap="square" rtlCol="0">
            <a:spAutoFit/>
          </a:bodyPr>
          <a:lstStyle/>
          <a:p>
            <a:r>
              <a:rPr lang="en-US" sz="6000" b="1" dirty="0">
                <a:latin typeface="Garamond" panose="02020404030301010803" pitchFamily="18" charset="0"/>
              </a:rPr>
              <a:t>Introduction</a:t>
            </a:r>
          </a:p>
          <a:p>
            <a:pPr marL="0" marR="0" lvl="0" indent="0" algn="l" defTabSz="457200" rtl="0" eaLnBrk="1" fontAlgn="auto" latinLnBrk="0" hangingPunct="1">
              <a:lnSpc>
                <a:spcPct val="100000"/>
              </a:lnSpc>
              <a:spcBef>
                <a:spcPts val="0"/>
              </a:spcBef>
              <a:spcAft>
                <a:spcPts val="0"/>
              </a:spcAft>
              <a:buClrTx/>
              <a:buSzTx/>
              <a:buFontTx/>
              <a:buNone/>
              <a:tabLst/>
              <a:defRPr/>
            </a:pPr>
            <a:r>
              <a:rPr lang="en-US" sz="3200" dirty="0">
                <a:solidFill>
                  <a:prstClr val="black"/>
                </a:solidFill>
                <a:latin typeface="Garamond" panose="02020404030301010803" pitchFamily="18" charset="0"/>
              </a:rPr>
              <a:t>When observing stars, we only find those that are significantly detectible with our current detection methods. This introduces a bias in the acquired data. The goal of this research project is </a:t>
            </a:r>
          </a:p>
          <a:p>
            <a:pPr marL="0" marR="0" lvl="0" indent="0" algn="l" defTabSz="457200" rtl="0" eaLnBrk="1" fontAlgn="auto" latinLnBrk="0" hangingPunct="1">
              <a:lnSpc>
                <a:spcPct val="100000"/>
              </a:lnSpc>
              <a:spcBef>
                <a:spcPts val="0"/>
              </a:spcBef>
              <a:spcAft>
                <a:spcPts val="0"/>
              </a:spcAft>
              <a:buClrTx/>
              <a:buSzTx/>
              <a:buFontTx/>
              <a:buNone/>
              <a:tabLst/>
              <a:defRPr/>
            </a:pPr>
            <a:r>
              <a:rPr lang="en-US" sz="3200" dirty="0">
                <a:solidFill>
                  <a:prstClr val="black"/>
                </a:solidFill>
                <a:latin typeface="Garamond" panose="02020404030301010803" pitchFamily="18" charset="0"/>
              </a:rPr>
              <a:t>to quantify that bias.</a:t>
            </a:r>
            <a:endParaRPr kumimoji="0" lang="en-US" sz="3200" b="0" i="0" u="none" strike="noStrike" kern="1200" cap="none" spc="0" normalizeH="0" baseline="0" noProof="0" dirty="0">
              <a:ln>
                <a:noFill/>
              </a:ln>
              <a:solidFill>
                <a:prstClr val="black"/>
              </a:solidFill>
              <a:effectLst/>
              <a:uLnTx/>
              <a:uFillTx/>
              <a:latin typeface="Garamond" panose="02020404030301010803" pitchFamily="18" charset="0"/>
              <a:ea typeface="+mn-ea"/>
              <a:cs typeface="+mn-cs"/>
            </a:endParaRPr>
          </a:p>
          <a:p>
            <a:endParaRPr lang="en-US" sz="4400" b="1" dirty="0">
              <a:latin typeface="Garamond" panose="02020404030301010803" pitchFamily="18" charset="0"/>
            </a:endParaRPr>
          </a:p>
        </p:txBody>
      </p:sp>
      <p:sp>
        <p:nvSpPr>
          <p:cNvPr id="49" name="Textfeld 48">
            <a:extLst>
              <a:ext uri="{FF2B5EF4-FFF2-40B4-BE49-F238E27FC236}">
                <a16:creationId xmlns:a16="http://schemas.microsoft.com/office/drawing/2014/main" id="{88C5AEBA-A112-FD1B-09E6-C2287DC238E3}"/>
              </a:ext>
            </a:extLst>
          </p:cNvPr>
          <p:cNvSpPr txBox="1"/>
          <p:nvPr/>
        </p:nvSpPr>
        <p:spPr>
          <a:xfrm>
            <a:off x="14489982" y="3794719"/>
            <a:ext cx="6289758" cy="2000548"/>
          </a:xfrm>
          <a:prstGeom prst="rect">
            <a:avLst/>
          </a:prstGeom>
          <a:noFill/>
        </p:spPr>
        <p:txBody>
          <a:bodyPr wrap="square">
            <a:spAutoFit/>
          </a:bodyPr>
          <a:lstStyle/>
          <a:p>
            <a:pPr algn="r"/>
            <a:r>
              <a:rPr lang="en-US" sz="6000" b="1" dirty="0">
                <a:latin typeface="Garamond" panose="02020404030301010803" pitchFamily="18" charset="0"/>
              </a:rPr>
              <a:t>Aim</a:t>
            </a:r>
          </a:p>
          <a:p>
            <a:pPr algn="r">
              <a:spcAft>
                <a:spcPts val="1125"/>
              </a:spcAft>
              <a:buNone/>
            </a:pPr>
            <a:r>
              <a:rPr lang="en-US" sz="3200" b="0" i="0" dirty="0">
                <a:solidFill>
                  <a:srgbClr val="000000"/>
                </a:solidFill>
                <a:effectLst/>
                <a:latin typeface="Garamond" panose="02020404030301010803" pitchFamily="18" charset="0"/>
              </a:rPr>
              <a:t>We aim to answer the research question below.</a:t>
            </a:r>
          </a:p>
        </p:txBody>
      </p:sp>
      <p:sp>
        <p:nvSpPr>
          <p:cNvPr id="51" name="Textfeld 50">
            <a:extLst>
              <a:ext uri="{FF2B5EF4-FFF2-40B4-BE49-F238E27FC236}">
                <a16:creationId xmlns:a16="http://schemas.microsoft.com/office/drawing/2014/main" id="{2B0218E8-BF5D-8A0F-E683-278157EA5EF5}"/>
              </a:ext>
            </a:extLst>
          </p:cNvPr>
          <p:cNvSpPr txBox="1"/>
          <p:nvPr/>
        </p:nvSpPr>
        <p:spPr>
          <a:xfrm>
            <a:off x="2440997" y="6663083"/>
            <a:ext cx="9098663" cy="2985433"/>
          </a:xfrm>
          <a:prstGeom prst="rect">
            <a:avLst/>
          </a:prstGeom>
          <a:noFill/>
        </p:spPr>
        <p:txBody>
          <a:bodyPr wrap="square">
            <a:spAutoFit/>
          </a:bodyPr>
          <a:lstStyle/>
          <a:p>
            <a:pPr algn="r"/>
            <a:r>
              <a:rPr lang="en-US" sz="6000" b="1" dirty="0">
                <a:latin typeface="Garamond" panose="02020404030301010803" pitchFamily="18" charset="0"/>
              </a:rPr>
              <a:t>Method</a:t>
            </a:r>
          </a:p>
          <a:p>
            <a:pPr algn="r"/>
            <a:r>
              <a:rPr lang="en-US" sz="3200" b="0" i="0" dirty="0">
                <a:solidFill>
                  <a:srgbClr val="000000"/>
                </a:solidFill>
                <a:effectLst/>
                <a:latin typeface="Garamond" panose="02020404030301010803" pitchFamily="18" charset="0"/>
              </a:rPr>
              <a:t>We find the theoretical </a:t>
            </a:r>
            <a:r>
              <a:rPr lang="en-US" sz="3200" dirty="0">
                <a:solidFill>
                  <a:srgbClr val="000000"/>
                </a:solidFill>
                <a:latin typeface="Garamond" panose="02020404030301010803" pitchFamily="18" charset="0"/>
              </a:rPr>
              <a:t>PDF’s of each parameter and compare its prediction to the data from the database. This is then plotted as the difference and represents the bias. </a:t>
            </a:r>
            <a:endParaRPr lang="en-US" sz="3200" dirty="0">
              <a:latin typeface="Garamond" panose="02020404030301010803" pitchFamily="18" charset="0"/>
            </a:endParaRPr>
          </a:p>
        </p:txBody>
      </p:sp>
      <p:sp>
        <p:nvSpPr>
          <p:cNvPr id="72" name="Textfeld 71">
            <a:extLst>
              <a:ext uri="{FF2B5EF4-FFF2-40B4-BE49-F238E27FC236}">
                <a16:creationId xmlns:a16="http://schemas.microsoft.com/office/drawing/2014/main" id="{ACF80A8F-DEC9-6010-BB3D-BD6774C81B3E}"/>
              </a:ext>
            </a:extLst>
          </p:cNvPr>
          <p:cNvSpPr txBox="1"/>
          <p:nvPr/>
        </p:nvSpPr>
        <p:spPr>
          <a:xfrm>
            <a:off x="10998518" y="13906592"/>
            <a:ext cx="2922575" cy="1015663"/>
          </a:xfrm>
          <a:prstGeom prst="rect">
            <a:avLst/>
          </a:prstGeom>
          <a:noFill/>
          <a:ln>
            <a:noFill/>
          </a:ln>
        </p:spPr>
        <p:txBody>
          <a:bodyPr wrap="square" rtlCol="0">
            <a:spAutoFit/>
          </a:bodyPr>
          <a:lstStyle/>
          <a:p>
            <a:r>
              <a:rPr lang="en-US" sz="6000" b="1" dirty="0">
                <a:latin typeface="Garamond" panose="02020404030301010803" pitchFamily="18" charset="0"/>
              </a:rPr>
              <a:t>Results</a:t>
            </a:r>
          </a:p>
        </p:txBody>
      </p:sp>
      <p:sp>
        <p:nvSpPr>
          <p:cNvPr id="81" name="Textfeld 80">
            <a:extLst>
              <a:ext uri="{FF2B5EF4-FFF2-40B4-BE49-F238E27FC236}">
                <a16:creationId xmlns:a16="http://schemas.microsoft.com/office/drawing/2014/main" id="{B443C48D-509F-9554-A716-3712A4A284E5}"/>
              </a:ext>
            </a:extLst>
          </p:cNvPr>
          <p:cNvSpPr txBox="1"/>
          <p:nvPr/>
        </p:nvSpPr>
        <p:spPr>
          <a:xfrm>
            <a:off x="136936" y="24293390"/>
            <a:ext cx="12768766" cy="5447645"/>
          </a:xfrm>
          <a:prstGeom prst="rect">
            <a:avLst/>
          </a:prstGeom>
          <a:noFill/>
          <a:ln>
            <a:noFill/>
          </a:ln>
        </p:spPr>
        <p:txBody>
          <a:bodyPr wrap="square" rtlCol="0">
            <a:spAutoFit/>
          </a:bodyPr>
          <a:lstStyle/>
          <a:p>
            <a:r>
              <a:rPr lang="en-US" sz="6000" b="1" dirty="0">
                <a:latin typeface="Garamond" panose="02020404030301010803" pitchFamily="18" charset="0"/>
              </a:rPr>
              <a:t>Conclusion </a:t>
            </a:r>
            <a:r>
              <a:rPr lang="en-US" sz="6000" b="1" dirty="0">
                <a:highlight>
                  <a:srgbClr val="FFFF00"/>
                </a:highlight>
                <a:latin typeface="Garamond" panose="02020404030301010803" pitchFamily="18" charset="0"/>
              </a:rPr>
              <a:t>&amp; Discussion</a:t>
            </a:r>
          </a:p>
          <a:p>
            <a:r>
              <a:rPr lang="en-US" sz="3200" dirty="0">
                <a:latin typeface="Garamond" panose="02020404030301010803" pitchFamily="18" charset="0"/>
              </a:rPr>
              <a:t>For spectroscopic binaries we find more circular orbits, as their RV curve is easiest to detect. The eccentricity bias for visual binaries are strongly dependent on the period bias. This bias was confirmed by </a:t>
            </a:r>
            <a:r>
              <a:rPr lang="en-US" sz="3200" dirty="0" err="1">
                <a:latin typeface="Garamond" panose="02020404030301010803" pitchFamily="18" charset="0"/>
              </a:rPr>
              <a:t>Ruymaekers</a:t>
            </a:r>
            <a:r>
              <a:rPr lang="en-US" sz="3200" dirty="0">
                <a:latin typeface="Garamond" panose="02020404030301010803" pitchFamily="18" charset="0"/>
              </a:rPr>
              <a:t> G., Cuypers J., </a:t>
            </a:r>
            <a:r>
              <a:rPr lang="en-US" sz="3200" dirty="0" err="1">
                <a:latin typeface="Garamond" panose="02020404030301010803" pitchFamily="18" charset="0"/>
              </a:rPr>
              <a:t>Boffin</a:t>
            </a:r>
            <a:r>
              <a:rPr lang="en-US" sz="3200" dirty="0">
                <a:latin typeface="Garamond" panose="02020404030301010803" pitchFamily="18" charset="0"/>
              </a:rPr>
              <a:t> H. M. J.. We see fewer long period systems, as they either have not been observed for long enough, or because their RV signals are too weak. For mass ratios we need RV data of both stars, however one of the two might be too bright or be so massive that RV signals are too weak. For visual binaries we have a bias towards high radius ratios, while for spectroscopic binaries there is a bias for low radius ratios.</a:t>
            </a:r>
          </a:p>
        </p:txBody>
      </p:sp>
      <p:sp>
        <p:nvSpPr>
          <p:cNvPr id="82" name="Textfeld 81">
            <a:extLst>
              <a:ext uri="{FF2B5EF4-FFF2-40B4-BE49-F238E27FC236}">
                <a16:creationId xmlns:a16="http://schemas.microsoft.com/office/drawing/2014/main" id="{EDBEE8A4-9524-7B70-8E91-5870476C097D}"/>
              </a:ext>
            </a:extLst>
          </p:cNvPr>
          <p:cNvSpPr txBox="1"/>
          <p:nvPr/>
        </p:nvSpPr>
        <p:spPr>
          <a:xfrm>
            <a:off x="13031413" y="24180675"/>
            <a:ext cx="8283710" cy="7232749"/>
          </a:xfrm>
          <a:prstGeom prst="rect">
            <a:avLst/>
          </a:prstGeom>
          <a:noFill/>
          <a:ln>
            <a:noFill/>
          </a:ln>
        </p:spPr>
        <p:txBody>
          <a:bodyPr wrap="square" rtlCol="0">
            <a:spAutoFit/>
          </a:bodyPr>
          <a:lstStyle/>
          <a:p>
            <a:r>
              <a:rPr lang="en-US" sz="6000" b="1" dirty="0">
                <a:latin typeface="Garamond" panose="02020404030301010803" pitchFamily="18" charset="0"/>
              </a:rPr>
              <a:t>Acknowledgements &amp; References</a:t>
            </a:r>
          </a:p>
          <a:p>
            <a:r>
              <a:rPr lang="en-US" sz="3200" dirty="0">
                <a:latin typeface="Garamond" panose="02020404030301010803" pitchFamily="18" charset="0"/>
              </a:rPr>
              <a:t>We thank Oleg Malkov for his continued support to provide us with all the data from the </a:t>
            </a:r>
            <a:r>
              <a:rPr lang="en-US" sz="3200" dirty="0">
                <a:solidFill>
                  <a:srgbClr val="000000"/>
                </a:solidFill>
                <a:latin typeface="Garamond" panose="02020404030301010803" pitchFamily="18" charset="0"/>
              </a:rPr>
              <a:t>Binary Star Database BDB (Kovaleva et al, 2015), available from Institute of Astronomy (Russian Academy of Sciences),</a:t>
            </a:r>
            <a:r>
              <a:rPr lang="en-US" sz="3200" dirty="0">
                <a:latin typeface="Garamond" panose="02020404030301010803" pitchFamily="18" charset="0"/>
              </a:rPr>
              <a:t> used in this project and</a:t>
            </a:r>
          </a:p>
          <a:p>
            <a:r>
              <a:rPr lang="en-US" sz="3200" dirty="0">
                <a:latin typeface="Garamond" panose="02020404030301010803" pitchFamily="18" charset="0"/>
              </a:rPr>
              <a:t>Susana Monteiro Carneiro for her </a:t>
            </a:r>
          </a:p>
          <a:p>
            <a:r>
              <a:rPr lang="en-US" sz="3200" dirty="0">
                <a:latin typeface="Garamond" panose="02020404030301010803" pitchFamily="18" charset="0"/>
              </a:rPr>
              <a:t>support and feedback throughout the </a:t>
            </a:r>
          </a:p>
          <a:p>
            <a:r>
              <a:rPr lang="en-US" sz="3200" dirty="0">
                <a:latin typeface="Garamond" panose="02020404030301010803" pitchFamily="18" charset="0"/>
              </a:rPr>
              <a:t>entire duration of the project.</a:t>
            </a:r>
          </a:p>
          <a:p>
            <a:endParaRPr lang="en-US" sz="4400" dirty="0">
              <a:highlight>
                <a:srgbClr val="FFFF00"/>
              </a:highlight>
              <a:latin typeface="Garamond" panose="02020404030301010803" pitchFamily="18" charset="0"/>
            </a:endParaRPr>
          </a:p>
          <a:p>
            <a:endParaRPr lang="en-US" sz="4400" dirty="0">
              <a:latin typeface="Garamond" panose="02020404030301010803" pitchFamily="18" charset="0"/>
            </a:endParaRPr>
          </a:p>
        </p:txBody>
      </p:sp>
      <p:sp>
        <p:nvSpPr>
          <p:cNvPr id="6" name="Rechteck: abgerundete Ecken 5">
            <a:extLst>
              <a:ext uri="{FF2B5EF4-FFF2-40B4-BE49-F238E27FC236}">
                <a16:creationId xmlns:a16="http://schemas.microsoft.com/office/drawing/2014/main" id="{75A5A8A8-C19D-0F38-1307-604062B341FE}"/>
              </a:ext>
            </a:extLst>
          </p:cNvPr>
          <p:cNvSpPr/>
          <p:nvPr/>
        </p:nvSpPr>
        <p:spPr>
          <a:xfrm>
            <a:off x="13703578" y="5815459"/>
            <a:ext cx="7045131" cy="2485403"/>
          </a:xfrm>
          <a:prstGeom prst="roundRect">
            <a:avLst>
              <a:gd name="adj" fmla="val 9979"/>
            </a:avLst>
          </a:prstGeom>
          <a:solidFill>
            <a:srgbClr val="33333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0" i="0" dirty="0">
                <a:solidFill>
                  <a:srgbClr val="F0F6FC"/>
                </a:solidFill>
                <a:effectLst/>
                <a:latin typeface="Garamond" panose="02020404030301010803" pitchFamily="18" charset="0"/>
              </a:rPr>
              <a:t>What observational biases are present in the binary star catalogues of the binary star database, when compared to theoretically expected binary star populations? </a:t>
            </a:r>
            <a:endParaRPr lang="en-US" sz="3200" dirty="0">
              <a:latin typeface="Garamond" panose="02020404030301010803" pitchFamily="18" charset="0"/>
            </a:endParaRPr>
          </a:p>
        </p:txBody>
      </p:sp>
      <p:sp>
        <p:nvSpPr>
          <p:cNvPr id="9" name="Textfeld 8">
            <a:extLst>
              <a:ext uri="{FF2B5EF4-FFF2-40B4-BE49-F238E27FC236}">
                <a16:creationId xmlns:a16="http://schemas.microsoft.com/office/drawing/2014/main" id="{92C232B5-1E0E-ADAC-220A-118557C703BD}"/>
              </a:ext>
            </a:extLst>
          </p:cNvPr>
          <p:cNvSpPr txBox="1"/>
          <p:nvPr/>
        </p:nvSpPr>
        <p:spPr>
          <a:xfrm>
            <a:off x="14002849" y="8428892"/>
            <a:ext cx="6745859" cy="4031873"/>
          </a:xfrm>
          <a:prstGeom prst="rect">
            <a:avLst/>
          </a:prstGeom>
          <a:noFill/>
        </p:spPr>
        <p:txBody>
          <a:bodyPr wrap="square" rtlCol="0">
            <a:spAutoFit/>
          </a:bodyPr>
          <a:lstStyle/>
          <a:p>
            <a:pPr algn="r"/>
            <a:r>
              <a:rPr kumimoji="0" lang="en-US" sz="3200" b="0" i="0" u="none" strike="noStrike" kern="1200" cap="none" spc="0" normalizeH="0" baseline="0" noProof="0" dirty="0">
                <a:ln>
                  <a:noFill/>
                </a:ln>
                <a:solidFill>
                  <a:srgbClr val="000000"/>
                </a:solidFill>
                <a:effectLst/>
                <a:uLnTx/>
                <a:uFillTx/>
                <a:latin typeface="Garamond" panose="02020404030301010803" pitchFamily="18" charset="0"/>
                <a:ea typeface="+mn-ea"/>
                <a:cs typeface="+mn-cs"/>
              </a:rPr>
              <a:t>Specifically, we will </a:t>
            </a:r>
            <a:r>
              <a:rPr kumimoji="0" lang="en-US" sz="3200" b="0" i="0" u="none" strike="noStrike" kern="1200" cap="none" spc="0" normalizeH="0" baseline="0" noProof="0" dirty="0" err="1">
                <a:ln>
                  <a:noFill/>
                </a:ln>
                <a:solidFill>
                  <a:srgbClr val="000000"/>
                </a:solidFill>
                <a:effectLst/>
                <a:uLnTx/>
                <a:uFillTx/>
                <a:latin typeface="Garamond" panose="02020404030301010803" pitchFamily="18" charset="0"/>
                <a:ea typeface="+mn-ea"/>
                <a:cs typeface="+mn-cs"/>
              </a:rPr>
              <a:t>analyse</a:t>
            </a:r>
            <a:r>
              <a:rPr kumimoji="0" lang="en-US" sz="3200" b="0" i="0" u="none" strike="noStrike" kern="1200" cap="none" spc="0" normalizeH="0" baseline="0" noProof="0" dirty="0">
                <a:ln>
                  <a:noFill/>
                </a:ln>
                <a:solidFill>
                  <a:srgbClr val="000000"/>
                </a:solidFill>
                <a:effectLst/>
                <a:uLnTx/>
                <a:uFillTx/>
                <a:latin typeface="Garamond" panose="02020404030301010803" pitchFamily="18" charset="0"/>
                <a:ea typeface="+mn-ea"/>
                <a:cs typeface="+mn-cs"/>
              </a:rPr>
              <a:t> the differences between observed and theoretical distributions of eccentricity, mass ratio, radius ratio, orbital period, and semi-major axis and the observational biases expected from the detection methods used in these catalogues.</a:t>
            </a:r>
            <a:endParaRPr lang="en-US" sz="3200" dirty="0"/>
          </a:p>
        </p:txBody>
      </p:sp>
      <p:sp>
        <p:nvSpPr>
          <p:cNvPr id="38" name="Ellipse 37">
            <a:extLst>
              <a:ext uri="{FF2B5EF4-FFF2-40B4-BE49-F238E27FC236}">
                <a16:creationId xmlns:a16="http://schemas.microsoft.com/office/drawing/2014/main" id="{B039DC59-8B27-C6AE-F950-07622A303ABE}"/>
              </a:ext>
            </a:extLst>
          </p:cNvPr>
          <p:cNvSpPr/>
          <p:nvPr/>
        </p:nvSpPr>
        <p:spPr>
          <a:xfrm>
            <a:off x="19707128" y="12106592"/>
            <a:ext cx="3600000" cy="3600000"/>
          </a:xfrm>
          <a:prstGeom prst="ellipse">
            <a:avLst/>
          </a:prstGeom>
          <a:solidFill>
            <a:srgbClr val="C24D3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feld 11">
            <a:extLst>
              <a:ext uri="{FF2B5EF4-FFF2-40B4-BE49-F238E27FC236}">
                <a16:creationId xmlns:a16="http://schemas.microsoft.com/office/drawing/2014/main" id="{D360F485-59C6-689F-22F4-1828217D52C6}"/>
              </a:ext>
            </a:extLst>
          </p:cNvPr>
          <p:cNvSpPr txBox="1"/>
          <p:nvPr/>
        </p:nvSpPr>
        <p:spPr>
          <a:xfrm>
            <a:off x="304120" y="9715035"/>
            <a:ext cx="7742600" cy="1077218"/>
          </a:xfrm>
          <a:prstGeom prst="rect">
            <a:avLst/>
          </a:prstGeom>
          <a:noFill/>
        </p:spPr>
        <p:txBody>
          <a:bodyPr wrap="square">
            <a:spAutoFit/>
          </a:bodyPr>
          <a:lstStyle/>
          <a:p>
            <a:r>
              <a:rPr lang="en-US" sz="3200" b="1" i="1" dirty="0">
                <a:solidFill>
                  <a:srgbClr val="000000"/>
                </a:solidFill>
                <a:latin typeface="Garamond" panose="02020404030301010803" pitchFamily="18" charset="0"/>
              </a:rPr>
              <a:t>Table 1</a:t>
            </a:r>
            <a:r>
              <a:rPr lang="en-US" sz="3200" dirty="0">
                <a:solidFill>
                  <a:srgbClr val="000000"/>
                </a:solidFill>
                <a:latin typeface="Garamond" panose="02020404030301010803" pitchFamily="18" charset="0"/>
              </a:rPr>
              <a:t>. Theoretical distributions of binary star systems based on theory. </a:t>
            </a:r>
            <a:endParaRPr lang="en-US" sz="3200" dirty="0">
              <a:latin typeface="Garamond" panose="02020404030301010803" pitchFamily="18" charset="0"/>
            </a:endParaRPr>
          </a:p>
        </p:txBody>
      </p:sp>
      <p:sp>
        <p:nvSpPr>
          <p:cNvPr id="13" name="Textfeld 12">
            <a:extLst>
              <a:ext uri="{FF2B5EF4-FFF2-40B4-BE49-F238E27FC236}">
                <a16:creationId xmlns:a16="http://schemas.microsoft.com/office/drawing/2014/main" id="{ED759B63-C847-80C1-30B5-B6ED7A60C236}"/>
              </a:ext>
            </a:extLst>
          </p:cNvPr>
          <p:cNvSpPr txBox="1"/>
          <p:nvPr/>
        </p:nvSpPr>
        <p:spPr>
          <a:xfrm>
            <a:off x="651691" y="3323396"/>
            <a:ext cx="15263409" cy="492443"/>
          </a:xfrm>
          <a:prstGeom prst="rect">
            <a:avLst/>
          </a:prstGeom>
          <a:noFill/>
        </p:spPr>
        <p:txBody>
          <a:bodyPr wrap="none" rtlCol="0">
            <a:spAutoFit/>
          </a:bodyPr>
          <a:lstStyle/>
          <a:p>
            <a:r>
              <a:rPr lang="en-US" sz="2600" dirty="0">
                <a:latin typeface="Garamond" panose="02020404030301010803" pitchFamily="18" charset="0"/>
              </a:rPr>
              <a:t>Authors: Tobias de Cock (s4438361) , Elja Meuter (s4500229), Damian </a:t>
            </a:r>
            <a:r>
              <a:rPr lang="en-US" sz="2600" dirty="0" err="1">
                <a:latin typeface="Garamond" panose="02020404030301010803" pitchFamily="18" charset="0"/>
              </a:rPr>
              <a:t>Sloos</a:t>
            </a:r>
            <a:r>
              <a:rPr lang="en-US" sz="2600" dirty="0">
                <a:latin typeface="Garamond" panose="02020404030301010803" pitchFamily="18" charset="0"/>
              </a:rPr>
              <a:t> (s4406435),  Wouter de Wit (s3519767)</a:t>
            </a:r>
          </a:p>
        </p:txBody>
      </p:sp>
      <p:pic>
        <p:nvPicPr>
          <p:cNvPr id="15" name="Grafik 14">
            <a:extLst>
              <a:ext uri="{FF2B5EF4-FFF2-40B4-BE49-F238E27FC236}">
                <a16:creationId xmlns:a16="http://schemas.microsoft.com/office/drawing/2014/main" id="{B4A26CA4-34CA-DED0-A2B6-609667DB694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6469427" y="207020"/>
            <a:ext cx="4702967" cy="2078055"/>
          </a:xfrm>
          <a:prstGeom prst="rect">
            <a:avLst/>
          </a:prstGeom>
        </p:spPr>
      </p:pic>
      <mc:AlternateContent xmlns:mc="http://schemas.openxmlformats.org/markup-compatibility/2006" xmlns:a14="http://schemas.microsoft.com/office/drawing/2010/main">
        <mc:Choice Requires="a14">
          <p:graphicFrame>
            <p:nvGraphicFramePr>
              <p:cNvPr id="16" name="Tabelle 15">
                <a:extLst>
                  <a:ext uri="{FF2B5EF4-FFF2-40B4-BE49-F238E27FC236}">
                    <a16:creationId xmlns:a16="http://schemas.microsoft.com/office/drawing/2014/main" id="{94399FEF-B43E-87CD-14AE-705E86E62D60}"/>
                  </a:ext>
                </a:extLst>
              </p:cNvPr>
              <p:cNvGraphicFramePr>
                <a:graphicFrameLocks noGrp="1"/>
              </p:cNvGraphicFramePr>
              <p:nvPr>
                <p:extLst>
                  <p:ext uri="{D42A27DB-BD31-4B8C-83A1-F6EECF244321}">
                    <p14:modId xmlns:p14="http://schemas.microsoft.com/office/powerpoint/2010/main" val="2924226555"/>
                  </p:ext>
                </p:extLst>
              </p:nvPr>
            </p:nvGraphicFramePr>
            <p:xfrm>
              <a:off x="26383194" y="18150875"/>
              <a:ext cx="7683486" cy="8133582"/>
            </p:xfrm>
            <a:graphic>
              <a:graphicData uri="http://schemas.openxmlformats.org/drawingml/2006/table">
                <a:tbl>
                  <a:tblPr firstRow="1" bandRow="1">
                    <a:tableStyleId>{5940675A-B579-460E-94D1-54222C63F5DA}</a:tableStyleId>
                  </a:tblPr>
                  <a:tblGrid>
                    <a:gridCol w="3841743">
                      <a:extLst>
                        <a:ext uri="{9D8B030D-6E8A-4147-A177-3AD203B41FA5}">
                          <a16:colId xmlns:a16="http://schemas.microsoft.com/office/drawing/2014/main" val="1884549708"/>
                        </a:ext>
                      </a:extLst>
                    </a:gridCol>
                    <a:gridCol w="3841743">
                      <a:extLst>
                        <a:ext uri="{9D8B030D-6E8A-4147-A177-3AD203B41FA5}">
                          <a16:colId xmlns:a16="http://schemas.microsoft.com/office/drawing/2014/main" val="3529507465"/>
                        </a:ext>
                      </a:extLst>
                    </a:gridCol>
                  </a:tblGrid>
                  <a:tr h="8133582">
                    <a:tc>
                      <a:txBody>
                        <a:bodyPr/>
                        <a:lstStyle/>
                        <a:p>
                          <a:pPr algn="ctr"/>
                          <a:r>
                            <a:rPr lang="en-US" sz="3200" b="1" i="0" dirty="0">
                              <a:latin typeface="Garamond" panose="02020404030301010803" pitchFamily="18" charset="0"/>
                            </a:rPr>
                            <a:t>SB9</a:t>
                          </a:r>
                        </a:p>
                        <a:p>
                          <a:pPr algn="l">
                            <a:spcAft>
                              <a:spcPts val="1125"/>
                            </a:spcAft>
                            <a:buNone/>
                          </a:pPr>
                          <a:r>
                            <a:rPr lang="en-US" sz="3200" dirty="0">
                              <a:latin typeface="Garamond" panose="02020404030301010803" pitchFamily="18" charset="0"/>
                            </a:rPr>
                            <a:t>We find that SB9 is biased…</a:t>
                          </a:r>
                        </a:p>
                        <a:p>
                          <a:pPr algn="l">
                            <a:spcAft>
                              <a:spcPts val="1125"/>
                            </a:spcAft>
                            <a:buNone/>
                          </a:pPr>
                          <a:r>
                            <a:rPr lang="en-US" sz="3200" dirty="0">
                              <a:latin typeface="Garamond" panose="02020404030301010803" pitchFamily="18" charset="0"/>
                            </a:rPr>
                            <a:t>…towards lower eccentricities, with a very strong preference for </a:t>
                          </a:r>
                          <a14:m>
                            <m:oMath xmlns:m="http://schemas.openxmlformats.org/officeDocument/2006/math">
                              <m:r>
                                <a:rPr lang="en-US" sz="3200" b="0" i="1" smtClean="0">
                                  <a:latin typeface="Cambria Math" panose="02040503050406030204" pitchFamily="18" charset="0"/>
                                </a:rPr>
                                <m:t>𝑒</m:t>
                              </m:r>
                              <m:r>
                                <a:rPr lang="en-US" sz="3200" b="0" i="1" smtClean="0">
                                  <a:latin typeface="Cambria Math" panose="02040503050406030204" pitchFamily="18" charset="0"/>
                                </a:rPr>
                                <m:t>=0</m:t>
                              </m:r>
                            </m:oMath>
                          </a14:m>
                          <a:r>
                            <a:rPr lang="en-US" sz="3200" dirty="0">
                              <a:latin typeface="Garamond" panose="02020404030301010803" pitchFamily="18" charset="0"/>
                            </a:rPr>
                            <a:t>. </a:t>
                          </a:r>
                        </a:p>
                        <a:p>
                          <a:pPr algn="l">
                            <a:spcAft>
                              <a:spcPts val="1125"/>
                            </a:spcAft>
                            <a:buNone/>
                          </a:pPr>
                          <a:endParaRPr lang="en-US" sz="3200" dirty="0">
                            <a:latin typeface="Garamond" panose="02020404030301010803" pitchFamily="18" charset="0"/>
                          </a:endParaRPr>
                        </a:p>
                        <a:p>
                          <a:pPr algn="l">
                            <a:spcAft>
                              <a:spcPts val="1125"/>
                            </a:spcAft>
                            <a:buNone/>
                          </a:pPr>
                          <a:r>
                            <a:rPr lang="en-US" sz="3200" dirty="0">
                              <a:latin typeface="Garamond" panose="02020404030301010803" pitchFamily="18" charset="0"/>
                            </a:rPr>
                            <a:t> Biased towards inclination of 90°</a:t>
                          </a:r>
                        </a:p>
                      </a:txBody>
                      <a:tcPr>
                        <a:lnL w="12700" cmpd="sng">
                          <a:noFill/>
                        </a:lnL>
                        <a:lnR w="12700" cap="flat" cmpd="sng" algn="ctr">
                          <a:solidFill>
                            <a:schemeClr val="tx1"/>
                          </a:solidFill>
                          <a:prstDash val="solid"/>
                          <a:round/>
                          <a:headEnd type="none" w="med" len="med"/>
                          <a:tailEnd type="none" w="med" len="med"/>
                        </a:lnR>
                        <a:lnT w="12700" cmpd="sng">
                          <a:noFill/>
                        </a:lnT>
                        <a:lnB w="12700" cap="flat" cmpd="sng" algn="ctr">
                          <a:noFill/>
                          <a:prstDash val="solid"/>
                          <a:round/>
                          <a:headEnd type="none" w="med" len="med"/>
                          <a:tailEnd type="none" w="med" len="med"/>
                        </a:lnB>
                        <a:solidFill>
                          <a:srgbClr val="F2EBE2"/>
                        </a:solidFill>
                      </a:tcPr>
                    </a:tc>
                    <a:tc>
                      <a:txBody>
                        <a:bodyPr/>
                        <a:lstStyle/>
                        <a:p>
                          <a:pPr algn="ctr"/>
                          <a:r>
                            <a:rPr lang="en-US" sz="3200" b="1" dirty="0">
                              <a:latin typeface="Garamond" panose="02020404030301010803" pitchFamily="18" charset="0"/>
                            </a:rPr>
                            <a:t>ORB6</a:t>
                          </a:r>
                        </a:p>
                        <a:p>
                          <a:pPr algn="l"/>
                          <a:r>
                            <a:rPr lang="en-US" sz="3200" b="0" dirty="0">
                              <a:latin typeface="Garamond" panose="02020404030301010803" pitchFamily="18" charset="0"/>
                            </a:rPr>
                            <a:t>We find that ORB6 is biased…</a:t>
                          </a:r>
                        </a:p>
                        <a:p>
                          <a:pPr algn="l"/>
                          <a:r>
                            <a:rPr lang="en-US" sz="3200" b="0" dirty="0">
                              <a:latin typeface="Garamond" panose="02020404030301010803" pitchFamily="18" charset="0"/>
                            </a:rPr>
                            <a:t>…towards middle eccentricities, between 0.2 and 0.6.. There is a preference for circular orbits. </a:t>
                          </a:r>
                        </a:p>
                        <a:p>
                          <a:pPr algn="l"/>
                          <a:r>
                            <a:rPr lang="en-US" sz="3200" b="0" dirty="0">
                              <a:latin typeface="Garamond" panose="02020404030301010803" pitchFamily="18" charset="0"/>
                            </a:rPr>
                            <a:t>… towards shorter periods</a:t>
                          </a:r>
                        </a:p>
                      </a:txBody>
                      <a:tcPr>
                        <a:lnL w="12700" cap="flat" cmpd="sng" algn="ctr">
                          <a:solidFill>
                            <a:schemeClr val="tx1"/>
                          </a:solidFill>
                          <a:prstDash val="solid"/>
                          <a:round/>
                          <a:headEnd type="none" w="med" len="med"/>
                          <a:tailEnd type="none" w="med" len="med"/>
                        </a:lnL>
                        <a:lnR w="12700" cmpd="sng">
                          <a:noFill/>
                        </a:lnR>
                        <a:lnT w="12700" cmpd="sng">
                          <a:noFill/>
                        </a:lnT>
                        <a:lnB w="12700" cap="flat" cmpd="sng" algn="ctr">
                          <a:noFill/>
                          <a:prstDash val="solid"/>
                          <a:round/>
                          <a:headEnd type="none" w="med" len="med"/>
                          <a:tailEnd type="none" w="med" len="med"/>
                        </a:lnB>
                        <a:solidFill>
                          <a:srgbClr val="F2EBE2"/>
                        </a:solidFill>
                      </a:tcPr>
                    </a:tc>
                    <a:extLst>
                      <a:ext uri="{0D108BD9-81ED-4DB2-BD59-A6C34878D82A}">
                        <a16:rowId xmlns:a16="http://schemas.microsoft.com/office/drawing/2014/main" val="3166390322"/>
                      </a:ext>
                    </a:extLst>
                  </a:tr>
                </a:tbl>
              </a:graphicData>
            </a:graphic>
          </p:graphicFrame>
        </mc:Choice>
        <mc:Fallback xmlns="">
          <p:graphicFrame>
            <p:nvGraphicFramePr>
              <p:cNvPr id="16" name="Tabelle 15">
                <a:extLst>
                  <a:ext uri="{FF2B5EF4-FFF2-40B4-BE49-F238E27FC236}">
                    <a16:creationId xmlns:a16="http://schemas.microsoft.com/office/drawing/2014/main" id="{94399FEF-B43E-87CD-14AE-705E86E62D60}"/>
                  </a:ext>
                </a:extLst>
              </p:cNvPr>
              <p:cNvGraphicFramePr>
                <a:graphicFrameLocks noGrp="1"/>
              </p:cNvGraphicFramePr>
              <p:nvPr>
                <p:extLst>
                  <p:ext uri="{D42A27DB-BD31-4B8C-83A1-F6EECF244321}">
                    <p14:modId xmlns:p14="http://schemas.microsoft.com/office/powerpoint/2010/main" val="2924226555"/>
                  </p:ext>
                </p:extLst>
              </p:nvPr>
            </p:nvGraphicFramePr>
            <p:xfrm>
              <a:off x="26383194" y="18150875"/>
              <a:ext cx="7683486" cy="8133582"/>
            </p:xfrm>
            <a:graphic>
              <a:graphicData uri="http://schemas.openxmlformats.org/drawingml/2006/table">
                <a:tbl>
                  <a:tblPr firstRow="1" bandRow="1">
                    <a:tableStyleId>{5940675A-B579-460E-94D1-54222C63F5DA}</a:tableStyleId>
                  </a:tblPr>
                  <a:tblGrid>
                    <a:gridCol w="3841743">
                      <a:extLst>
                        <a:ext uri="{9D8B030D-6E8A-4147-A177-3AD203B41FA5}">
                          <a16:colId xmlns:a16="http://schemas.microsoft.com/office/drawing/2014/main" val="1884549708"/>
                        </a:ext>
                      </a:extLst>
                    </a:gridCol>
                    <a:gridCol w="3841743">
                      <a:extLst>
                        <a:ext uri="{9D8B030D-6E8A-4147-A177-3AD203B41FA5}">
                          <a16:colId xmlns:a16="http://schemas.microsoft.com/office/drawing/2014/main" val="3529507465"/>
                        </a:ext>
                      </a:extLst>
                    </a:gridCol>
                  </a:tblGrid>
                  <a:tr h="8133582">
                    <a:tc>
                      <a:txBody>
                        <a:bodyPr/>
                        <a:lstStyle/>
                        <a:p>
                          <a:endParaRPr lang="en-US"/>
                        </a:p>
                      </a:txBody>
                      <a:tcPr>
                        <a:lnL w="12700" cmpd="sng">
                          <a:noFill/>
                        </a:lnL>
                        <a:lnR w="12700" cap="flat" cmpd="sng" algn="ctr">
                          <a:solidFill>
                            <a:schemeClr val="tx1"/>
                          </a:solidFill>
                          <a:prstDash val="solid"/>
                          <a:round/>
                          <a:headEnd type="none" w="med" len="med"/>
                          <a:tailEnd type="none" w="med" len="med"/>
                        </a:lnR>
                        <a:lnT w="12700" cmpd="sng">
                          <a:noFill/>
                        </a:lnT>
                        <a:lnB w="12700" cap="flat" cmpd="sng" algn="ctr">
                          <a:noFill/>
                          <a:prstDash val="solid"/>
                          <a:round/>
                          <a:headEnd type="none" w="med" len="med"/>
                          <a:tailEnd type="none" w="med" len="med"/>
                        </a:lnB>
                        <a:blipFill>
                          <a:blip r:embed="rId5"/>
                          <a:stretch>
                            <a:fillRect t="-899" r="-100000" b="-75"/>
                          </a:stretch>
                        </a:blipFill>
                      </a:tcPr>
                    </a:tc>
                    <a:tc>
                      <a:txBody>
                        <a:bodyPr/>
                        <a:lstStyle/>
                        <a:p>
                          <a:pPr algn="ctr"/>
                          <a:r>
                            <a:rPr lang="en-US" sz="3200" b="1" dirty="0">
                              <a:latin typeface="Garamond" panose="02020404030301010803" pitchFamily="18" charset="0"/>
                            </a:rPr>
                            <a:t>ORB6</a:t>
                          </a:r>
                        </a:p>
                        <a:p>
                          <a:pPr algn="l"/>
                          <a:r>
                            <a:rPr lang="en-US" sz="3200" b="0" dirty="0">
                              <a:latin typeface="Garamond" panose="02020404030301010803" pitchFamily="18" charset="0"/>
                            </a:rPr>
                            <a:t>We find that ORB6 is biased…</a:t>
                          </a:r>
                        </a:p>
                        <a:p>
                          <a:pPr algn="l"/>
                          <a:r>
                            <a:rPr lang="en-US" sz="3200" b="0" dirty="0">
                              <a:latin typeface="Garamond" panose="02020404030301010803" pitchFamily="18" charset="0"/>
                            </a:rPr>
                            <a:t>…towards middle eccentricities, between 0.2 and 0.6.. There is a preference for circular orbits. </a:t>
                          </a:r>
                        </a:p>
                        <a:p>
                          <a:pPr algn="l"/>
                          <a:r>
                            <a:rPr lang="en-US" sz="3200" b="0" dirty="0">
                              <a:latin typeface="Garamond" panose="02020404030301010803" pitchFamily="18" charset="0"/>
                            </a:rPr>
                            <a:t>… towards shorter periods</a:t>
                          </a:r>
                        </a:p>
                      </a:txBody>
                      <a:tcPr>
                        <a:lnL w="12700" cap="flat" cmpd="sng" algn="ctr">
                          <a:solidFill>
                            <a:schemeClr val="tx1"/>
                          </a:solidFill>
                          <a:prstDash val="solid"/>
                          <a:round/>
                          <a:headEnd type="none" w="med" len="med"/>
                          <a:tailEnd type="none" w="med" len="med"/>
                        </a:lnL>
                        <a:lnR w="12700" cmpd="sng">
                          <a:noFill/>
                        </a:lnR>
                        <a:lnT w="12700" cmpd="sng">
                          <a:noFill/>
                        </a:lnT>
                        <a:lnB w="12700" cap="flat" cmpd="sng" algn="ctr">
                          <a:noFill/>
                          <a:prstDash val="solid"/>
                          <a:round/>
                          <a:headEnd type="none" w="med" len="med"/>
                          <a:tailEnd type="none" w="med" len="med"/>
                        </a:lnB>
                        <a:solidFill>
                          <a:srgbClr val="F2EBE2"/>
                        </a:solidFill>
                      </a:tcPr>
                    </a:tc>
                    <a:extLst>
                      <a:ext uri="{0D108BD9-81ED-4DB2-BD59-A6C34878D82A}">
                        <a16:rowId xmlns:a16="http://schemas.microsoft.com/office/drawing/2014/main" val="3166390322"/>
                      </a:ext>
                    </a:extLst>
                  </a:tr>
                </a:tbl>
              </a:graphicData>
            </a:graphic>
          </p:graphicFrame>
        </mc:Fallback>
      </mc:AlternateContent>
      <p:pic>
        <p:nvPicPr>
          <p:cNvPr id="20" name="Grafik 19">
            <a:extLst>
              <a:ext uri="{FF2B5EF4-FFF2-40B4-BE49-F238E27FC236}">
                <a16:creationId xmlns:a16="http://schemas.microsoft.com/office/drawing/2014/main" id="{CBC2D1EC-58A7-8E38-5A62-5F95B4794C0D}"/>
              </a:ext>
            </a:extLst>
          </p:cNvPr>
          <p:cNvPicPr>
            <a:picLocks noChangeAspect="1"/>
          </p:cNvPicPr>
          <p:nvPr/>
        </p:nvPicPr>
        <p:blipFill>
          <a:blip r:embed="rId6">
            <a:duotone>
              <a:prstClr val="black"/>
              <a:srgbClr val="F2EBE2">
                <a:tint val="45000"/>
                <a:satMod val="400000"/>
              </a:srgbClr>
            </a:duotone>
          </a:blip>
          <a:stretch>
            <a:fillRect/>
          </a:stretch>
        </p:blipFill>
        <p:spPr>
          <a:xfrm>
            <a:off x="19120713" y="28119688"/>
            <a:ext cx="2000265" cy="2038365"/>
          </a:xfrm>
          <a:prstGeom prst="rect">
            <a:avLst/>
          </a:prstGeom>
        </p:spPr>
      </p:pic>
      <mc:AlternateContent xmlns:mc="http://schemas.openxmlformats.org/markup-compatibility/2006">
        <mc:Choice xmlns:a14="http://schemas.microsoft.com/office/drawing/2010/main" Requires="a14">
          <p:graphicFrame>
            <p:nvGraphicFramePr>
              <p:cNvPr id="3" name="Tabelle 2">
                <a:extLst>
                  <a:ext uri="{FF2B5EF4-FFF2-40B4-BE49-F238E27FC236}">
                    <a16:creationId xmlns:a16="http://schemas.microsoft.com/office/drawing/2014/main" id="{94A2B041-0A3D-4469-7F39-F62F5BC2501A}"/>
                  </a:ext>
                </a:extLst>
              </p:cNvPr>
              <p:cNvGraphicFramePr>
                <a:graphicFrameLocks noGrp="1"/>
              </p:cNvGraphicFramePr>
              <p:nvPr>
                <p:extLst>
                  <p:ext uri="{D42A27DB-BD31-4B8C-83A1-F6EECF244321}">
                    <p14:modId xmlns:p14="http://schemas.microsoft.com/office/powerpoint/2010/main" val="3240754108"/>
                  </p:ext>
                </p:extLst>
              </p:nvPr>
            </p:nvGraphicFramePr>
            <p:xfrm>
              <a:off x="21924" y="10841916"/>
              <a:ext cx="11749341" cy="6259611"/>
            </p:xfrm>
            <a:graphic>
              <a:graphicData uri="http://schemas.openxmlformats.org/drawingml/2006/table">
                <a:tbl>
                  <a:tblPr firstRow="1" bandRow="1">
                    <a:tableStyleId>{2D5ABB26-0587-4C30-8999-92F81FD0307C}</a:tableStyleId>
                  </a:tblPr>
                  <a:tblGrid>
                    <a:gridCol w="3661426">
                      <a:extLst>
                        <a:ext uri="{9D8B030D-6E8A-4147-A177-3AD203B41FA5}">
                          <a16:colId xmlns:a16="http://schemas.microsoft.com/office/drawing/2014/main" val="1884549708"/>
                        </a:ext>
                      </a:extLst>
                    </a:gridCol>
                    <a:gridCol w="8087915">
                      <a:extLst>
                        <a:ext uri="{9D8B030D-6E8A-4147-A177-3AD203B41FA5}">
                          <a16:colId xmlns:a16="http://schemas.microsoft.com/office/drawing/2014/main" val="3529507465"/>
                        </a:ext>
                      </a:extLst>
                    </a:gridCol>
                  </a:tblGrid>
                  <a:tr h="654585">
                    <a:tc>
                      <a:txBody>
                        <a:bodyPr/>
                        <a:lstStyle/>
                        <a:p>
                          <a:pPr algn="ctr"/>
                          <a:r>
                            <a:rPr lang="en-US" sz="3200" b="1" dirty="0"/>
                            <a:t>Parameter</a:t>
                          </a:r>
                          <a:endParaRPr lang="en-US" sz="3200" b="1" dirty="0">
                            <a:latin typeface="Garamond" panose="02020404030301010803" pitchFamily="18" charset="0"/>
                          </a:endParaRPr>
                        </a:p>
                      </a:txBody>
                      <a:tcPr marL="92354" marR="92354">
                        <a:lnR w="12700" cap="flat" cmpd="sng" algn="ctr">
                          <a:solidFill>
                            <a:schemeClr val="tx1"/>
                          </a:solidFill>
                          <a:prstDash val="solid"/>
                          <a:round/>
                          <a:headEnd type="none" w="med" len="med"/>
                          <a:tailEnd type="none" w="med" len="med"/>
                        </a:lnR>
                      </a:tcPr>
                    </a:tc>
                    <a:tc>
                      <a:txBody>
                        <a:bodyPr/>
                        <a:lstStyle/>
                        <a:p>
                          <a:pPr algn="ctr"/>
                          <a:r>
                            <a:rPr lang="en-US" sz="3200" b="1" dirty="0"/>
                            <a:t>PDF</a:t>
                          </a:r>
                          <a:endParaRPr lang="en-US" sz="3200" b="0" i="0" dirty="0">
                            <a:solidFill>
                              <a:srgbClr val="2A2A2A"/>
                            </a:solidFill>
                            <a:effectLst/>
                            <a:latin typeface="Garamond" panose="02020404030301010803" pitchFamily="18" charset="0"/>
                          </a:endParaRPr>
                        </a:p>
                      </a:txBody>
                      <a:tcPr marL="92354" marR="92354">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3166390322"/>
                      </a:ext>
                    </a:extLst>
                  </a:tr>
                  <a:tr h="1332999">
                    <a:tc>
                      <a:txBody>
                        <a:bodyPr/>
                        <a:lstStyle/>
                        <a:p>
                          <a:pPr marL="0" marR="0" lvl="0" indent="0" algn="ctr" defTabSz="2138324" rtl="0" eaLnBrk="1" fontAlgn="auto" latinLnBrk="0" hangingPunct="1">
                            <a:lnSpc>
                              <a:spcPct val="100000"/>
                            </a:lnSpc>
                            <a:spcBef>
                              <a:spcPts val="0"/>
                            </a:spcBef>
                            <a:spcAft>
                              <a:spcPts val="0"/>
                            </a:spcAft>
                            <a:buClrTx/>
                            <a:buSzTx/>
                            <a:buFontTx/>
                            <a:buNone/>
                            <a:tabLst/>
                            <a:defRPr/>
                          </a:pPr>
                          <a:r>
                            <a:rPr lang="en-US" sz="3200" b="0" dirty="0"/>
                            <a:t>Eccentricity (e)</a:t>
                          </a:r>
                          <a:endParaRPr lang="en-US" sz="3200" b="0" dirty="0">
                            <a:latin typeface="Garamond" panose="02020404030301010803" pitchFamily="18" charset="0"/>
                          </a:endParaRPr>
                        </a:p>
                      </a:txBody>
                      <a:tcPr marL="92354" marR="92354">
                        <a:lnR w="12700" cap="flat" cmpd="sng" algn="ctr">
                          <a:solidFill>
                            <a:schemeClr val="tx1"/>
                          </a:solidFill>
                          <a:prstDash val="solid"/>
                          <a:round/>
                          <a:headEnd type="none" w="med" len="med"/>
                          <a:tailEnd type="none" w="med" len="med"/>
                        </a:lnR>
                      </a:tcPr>
                    </a:tc>
                    <a:tc>
                      <a:txBody>
                        <a:bodyPr/>
                        <a:lstStyle/>
                        <a:p>
                          <a:pPr marL="0" marR="0" lvl="0" indent="0" algn="l" defTabSz="2138324"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2800" b="0" smtClean="0">
                                    <a:latin typeface="Cambria Math" panose="02040503050406030204" pitchFamily="18" charset="0"/>
                                  </a:rPr>
                                  <m:t>𝑓</m:t>
                                </m:r>
                                <m:d>
                                  <m:dPr>
                                    <m:ctrlPr>
                                      <a:rPr lang="en-US" sz="2800" b="0" i="1" smtClean="0">
                                        <a:latin typeface="Cambria Math" panose="02040503050406030204" pitchFamily="18" charset="0"/>
                                      </a:rPr>
                                    </m:ctrlPr>
                                  </m:dPr>
                                  <m:e>
                                    <m:r>
                                      <a:rPr lang="en-US" sz="2800" b="0" smtClean="0">
                                        <a:latin typeface="Cambria Math" panose="02040503050406030204" pitchFamily="18" charset="0"/>
                                      </a:rPr>
                                      <m:t>𝑒</m:t>
                                    </m:r>
                                    <m:r>
                                      <a:rPr lang="en-US" sz="2800" b="0" smtClean="0">
                                        <a:latin typeface="Cambria Math" panose="02040503050406030204" pitchFamily="18" charset="0"/>
                                      </a:rPr>
                                      <m:t>|</m:t>
                                    </m:r>
                                    <m:r>
                                      <a:rPr lang="en-US" sz="2800" b="0" smtClean="0">
                                        <a:latin typeface="Cambria Math" panose="02040503050406030204" pitchFamily="18" charset="0"/>
                                      </a:rPr>
                                      <m:t>𝑎</m:t>
                                    </m:r>
                                  </m:e>
                                </m:d>
                                <m:r>
                                  <a:rPr lang="en-US" sz="2800" b="0" smtClean="0">
                                    <a:latin typeface="Cambria Math" panose="02040503050406030204" pitchFamily="18" charset="0"/>
                                  </a:rPr>
                                  <m:t>=</m:t>
                                </m:r>
                                <m:d>
                                  <m:dPr>
                                    <m:begChr m:val="{"/>
                                    <m:endChr m:val=""/>
                                    <m:ctrlPr>
                                      <a:rPr lang="en-US" sz="2800" b="0" i="1" smtClean="0">
                                        <a:latin typeface="Cambria Math" panose="02040503050406030204" pitchFamily="18" charset="0"/>
                                      </a:rPr>
                                    </m:ctrlPr>
                                  </m:dPr>
                                  <m:e>
                                    <m:eqArr>
                                      <m:eqArrPr>
                                        <m:ctrlPr>
                                          <a:rPr lang="en-US" sz="2800" b="0" i="1" smtClean="0">
                                            <a:latin typeface="Cambria Math" panose="02040503050406030204" pitchFamily="18" charset="0"/>
                                          </a:rPr>
                                        </m:ctrlPr>
                                      </m:eqArrPr>
                                      <m:e>
                                        <m:r>
                                          <a:rPr lang="en-US" sz="2800" b="0" smtClean="0">
                                            <a:latin typeface="Cambria Math" panose="02040503050406030204" pitchFamily="18" charset="0"/>
                                          </a:rPr>
                                          <m:t>1        </m:t>
                                        </m:r>
                                        <m:r>
                                          <a:rPr lang="en-US" sz="2800" b="0" smtClean="0">
                                            <a:latin typeface="Cambria Math" panose="02040503050406030204" pitchFamily="18" charset="0"/>
                                          </a:rPr>
                                          <m:t>𝑎</m:t>
                                        </m:r>
                                        <m:r>
                                          <a:rPr lang="en-US" sz="2800" b="0" smtClean="0">
                                            <a:latin typeface="Cambria Math" panose="02040503050406030204" pitchFamily="18" charset="0"/>
                                          </a:rPr>
                                          <m:t>&lt;100</m:t>
                                        </m:r>
                                        <m:r>
                                          <a:rPr lang="en-US" sz="2800" b="0" smtClean="0">
                                            <a:latin typeface="Cambria Math" panose="02040503050406030204" pitchFamily="18" charset="0"/>
                                          </a:rPr>
                                          <m:t>𝐴𝑈</m:t>
                                        </m:r>
                                      </m:e>
                                      <m:e>
                                        <m:r>
                                          <a:rPr lang="en-US" sz="2800" b="0" smtClean="0">
                                            <a:latin typeface="Cambria Math" panose="02040503050406030204" pitchFamily="18" charset="0"/>
                                          </a:rPr>
                                          <m:t>2</m:t>
                                        </m:r>
                                        <m:r>
                                          <a:rPr lang="en-US" sz="2800" b="0" smtClean="0">
                                            <a:latin typeface="Cambria Math" panose="02040503050406030204" pitchFamily="18" charset="0"/>
                                          </a:rPr>
                                          <m:t>𝑒</m:t>
                                        </m:r>
                                        <m:r>
                                          <a:rPr lang="en-US" sz="2800" b="0" smtClean="0">
                                            <a:latin typeface="Cambria Math" panose="02040503050406030204" pitchFamily="18" charset="0"/>
                                          </a:rPr>
                                          <m:t>       </m:t>
                                        </m:r>
                                        <m:r>
                                          <a:rPr lang="en-US" sz="2800" b="0" smtClean="0">
                                            <a:latin typeface="Cambria Math" panose="02040503050406030204" pitchFamily="18" charset="0"/>
                                          </a:rPr>
                                          <m:t>𝑎</m:t>
                                        </m:r>
                                        <m:r>
                                          <a:rPr lang="en-US" sz="2800" b="0" smtClean="0">
                                            <a:latin typeface="Cambria Math" panose="02040503050406030204" pitchFamily="18" charset="0"/>
                                          </a:rPr>
                                          <m:t>&gt;100 </m:t>
                                        </m:r>
                                        <m:r>
                                          <a:rPr lang="en-US" sz="2800" b="0" smtClean="0">
                                            <a:latin typeface="Cambria Math" panose="02040503050406030204" pitchFamily="18" charset="0"/>
                                          </a:rPr>
                                          <m:t>𝐴𝑈</m:t>
                                        </m:r>
                                      </m:e>
                                    </m:eqArr>
                                  </m:e>
                                </m:d>
                              </m:oMath>
                            </m:oMathPara>
                          </a14:m>
                          <a:endParaRPr lang="en-US" sz="2800" dirty="0">
                            <a:latin typeface="Garamond" panose="02020404030301010803" pitchFamily="18" charset="0"/>
                          </a:endParaRPr>
                        </a:p>
                      </a:txBody>
                      <a:tcPr marL="92354" marR="92354">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3842043408"/>
                      </a:ext>
                    </a:extLst>
                  </a:tr>
                  <a:tr h="654585">
                    <a:tc>
                      <a:txBody>
                        <a:bodyPr/>
                        <a:lstStyle/>
                        <a:p>
                          <a:pPr algn="ctr"/>
                          <a:r>
                            <a:rPr lang="en-US" sz="3200" b="0" dirty="0"/>
                            <a:t>Orbital Period (P)</a:t>
                          </a:r>
                          <a:endParaRPr lang="en-US" sz="3200" b="0" i="0" dirty="0">
                            <a:latin typeface="Garamond" panose="02020404030301010803" pitchFamily="18" charset="0"/>
                          </a:endParaRPr>
                        </a:p>
                      </a:txBody>
                      <a:tcPr marL="92354" marR="92354">
                        <a:lnR w="12700" cap="flat" cmpd="sng" algn="ctr">
                          <a:solidFill>
                            <a:schemeClr val="tx1"/>
                          </a:solidFill>
                          <a:prstDash val="solid"/>
                          <a:round/>
                          <a:headEnd type="none" w="med" len="med"/>
                          <a:tailEnd type="none" w="med" len="med"/>
                        </a:lnR>
                      </a:tcPr>
                    </a:tc>
                    <a:tc>
                      <a:txBody>
                        <a:bodyPr/>
                        <a:lstStyle/>
                        <a:p>
                          <a:pPr algn="l"/>
                          <a14:m>
                            <m:oMathPara xmlns:m="http://schemas.openxmlformats.org/officeDocument/2006/math">
                              <m:oMathParaPr>
                                <m:jc m:val="centerGroup"/>
                              </m:oMathParaPr>
                              <m:oMath xmlns:m="http://schemas.openxmlformats.org/officeDocument/2006/math">
                                <m:r>
                                  <a:rPr lang="en-US" sz="2800" b="0" i="1" smtClean="0">
                                    <a:solidFill>
                                      <a:srgbClr val="2A2A2A"/>
                                    </a:solidFill>
                                    <a:effectLst/>
                                    <a:latin typeface="Cambria Math" panose="02040503050406030204" pitchFamily="18" charset="0"/>
                                  </a:rPr>
                                  <m:t>𝑓</m:t>
                                </m:r>
                                <m:d>
                                  <m:dPr>
                                    <m:ctrlPr>
                                      <a:rPr lang="nl-NL" sz="2800" b="0" i="1" smtClean="0">
                                        <a:solidFill>
                                          <a:srgbClr val="2A2A2A"/>
                                        </a:solidFill>
                                        <a:effectLst/>
                                        <a:latin typeface="Cambria Math" panose="02040503050406030204" pitchFamily="18" charset="0"/>
                                      </a:rPr>
                                    </m:ctrlPr>
                                  </m:dPr>
                                  <m:e>
                                    <m:sSub>
                                      <m:sSubPr>
                                        <m:ctrlPr>
                                          <a:rPr lang="nl-NL" sz="2800" b="0" i="1" smtClean="0">
                                            <a:solidFill>
                                              <a:srgbClr val="2A2A2A"/>
                                            </a:solidFill>
                                            <a:effectLst/>
                                            <a:latin typeface="Cambria Math" panose="02040503050406030204" pitchFamily="18" charset="0"/>
                                          </a:rPr>
                                        </m:ctrlPr>
                                      </m:sSubPr>
                                      <m:e>
                                        <m:r>
                                          <m:rPr>
                                            <m:sty m:val="p"/>
                                          </m:rPr>
                                          <a:rPr lang="nl-NL" sz="2800" b="0" i="1" smtClean="0">
                                            <a:solidFill>
                                              <a:srgbClr val="2A2A2A"/>
                                            </a:solidFill>
                                            <a:effectLst/>
                                            <a:latin typeface="Cambria Math" panose="02040503050406030204" pitchFamily="18" charset="0"/>
                                          </a:rPr>
                                          <m:t>log</m:t>
                                        </m:r>
                                      </m:e>
                                      <m:sub>
                                        <m:r>
                                          <a:rPr lang="nl-NL" sz="2800" b="0" i="1" smtClean="0">
                                            <a:solidFill>
                                              <a:srgbClr val="2A2A2A"/>
                                            </a:solidFill>
                                            <a:effectLst/>
                                            <a:latin typeface="Cambria Math" panose="02040503050406030204" pitchFamily="18" charset="0"/>
                                          </a:rPr>
                                          <m:t>10</m:t>
                                        </m:r>
                                      </m:sub>
                                    </m:sSub>
                                    <m:r>
                                      <a:rPr lang="nl-NL" sz="2800" b="0" i="1" smtClean="0">
                                        <a:solidFill>
                                          <a:srgbClr val="2A2A2A"/>
                                        </a:solidFill>
                                        <a:effectLst/>
                                        <a:latin typeface="Cambria Math" panose="02040503050406030204" pitchFamily="18" charset="0"/>
                                      </a:rPr>
                                      <m:t>(</m:t>
                                    </m:r>
                                    <m:r>
                                      <m:rPr>
                                        <m:sty m:val="p"/>
                                      </m:rPr>
                                      <a:rPr lang="nl-NL" sz="2800" b="0" i="1" smtClean="0">
                                        <a:solidFill>
                                          <a:srgbClr val="2A2A2A"/>
                                        </a:solidFill>
                                        <a:effectLst/>
                                        <a:latin typeface="Cambria Math" panose="02040503050406030204" pitchFamily="18" charset="0"/>
                                      </a:rPr>
                                      <m:t>P</m:t>
                                    </m:r>
                                    <m:r>
                                      <a:rPr lang="nl-NL" sz="2800" b="0" i="1" smtClean="0">
                                        <a:solidFill>
                                          <a:srgbClr val="2A2A2A"/>
                                        </a:solidFill>
                                        <a:effectLst/>
                                        <a:latin typeface="Cambria Math" panose="02040503050406030204" pitchFamily="18" charset="0"/>
                                      </a:rPr>
                                      <m:t>[</m:t>
                                    </m:r>
                                    <m:r>
                                      <m:rPr>
                                        <m:sty m:val="p"/>
                                      </m:rPr>
                                      <a:rPr lang="nl-NL" sz="2800" b="0" i="1" smtClean="0">
                                        <a:solidFill>
                                          <a:srgbClr val="2A2A2A"/>
                                        </a:solidFill>
                                        <a:effectLst/>
                                        <a:latin typeface="Cambria Math" panose="02040503050406030204" pitchFamily="18" charset="0"/>
                                      </a:rPr>
                                      <m:t>days</m:t>
                                    </m:r>
                                    <m:r>
                                      <a:rPr lang="nl-NL" sz="2800" b="0" i="1" smtClean="0">
                                        <a:solidFill>
                                          <a:srgbClr val="2A2A2A"/>
                                        </a:solidFill>
                                        <a:effectLst/>
                                        <a:latin typeface="Cambria Math" panose="02040503050406030204" pitchFamily="18" charset="0"/>
                                      </a:rPr>
                                      <m:t>])</m:t>
                                    </m:r>
                                  </m:e>
                                </m:d>
                                <m:r>
                                  <a:rPr lang="nl-NL" sz="2800" b="0" i="1" smtClean="0">
                                    <a:solidFill>
                                      <a:srgbClr val="2A2A2A"/>
                                    </a:solidFill>
                                    <a:effectLst/>
                                    <a:latin typeface="Cambria Math" panose="02040503050406030204" pitchFamily="18" charset="0"/>
                                  </a:rPr>
                                  <m:t> </m:t>
                                </m:r>
                                <m:r>
                                  <a:rPr lang="nl-NL" sz="2800" b="0" i="1" smtClean="0">
                                    <a:solidFill>
                                      <a:srgbClr val="2A2A2A"/>
                                    </a:solidFill>
                                    <a:effectLst/>
                                    <a:latin typeface="Cambria Math" panose="02040503050406030204" pitchFamily="18" charset="0"/>
                                    <a:ea typeface="Cambria Math" panose="02040503050406030204" pitchFamily="18" charset="0"/>
                                  </a:rPr>
                                  <m:t>~ </m:t>
                                </m:r>
                                <m:r>
                                  <m:rPr>
                                    <m:nor/>
                                  </m:rPr>
                                  <a:rPr lang="nl-NL" sz="2800" smtClean="0"/>
                                  <m:t>N</m:t>
                                </m:r>
                                <m:r>
                                  <m:rPr>
                                    <m:nor/>
                                  </m:rPr>
                                  <a:rPr lang="nl-NL" sz="2800" b="0" i="0" smtClean="0"/>
                                  <m:t>(4.8,2.3)</m:t>
                                </m:r>
                              </m:oMath>
                            </m:oMathPara>
                          </a14:m>
                          <a:endParaRPr lang="en-US" sz="2800" b="0" i="0" dirty="0">
                            <a:solidFill>
                              <a:srgbClr val="2A2A2A"/>
                            </a:solidFill>
                            <a:effectLst/>
                            <a:latin typeface="Garamond" panose="02020404030301010803" pitchFamily="18" charset="0"/>
                          </a:endParaRPr>
                        </a:p>
                      </a:txBody>
                      <a:tcPr marL="92354" marR="92354">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2570003111"/>
                      </a:ext>
                    </a:extLst>
                  </a:tr>
                  <a:tr h="1205814">
                    <a:tc>
                      <a:txBody>
                        <a:bodyPr/>
                        <a:lstStyle/>
                        <a:p>
                          <a:pPr algn="ctr"/>
                          <a:r>
                            <a:rPr lang="en-US" sz="3200" b="0" dirty="0"/>
                            <a:t>Mass ratio </a:t>
                          </a:r>
                        </a:p>
                        <a:p>
                          <a:pPr algn="ctr"/>
                          <a:r>
                            <a:rPr lang="en-US" sz="3200" b="0" dirty="0"/>
                            <a:t>(q)</a:t>
                          </a:r>
                          <a:endParaRPr lang="en-US" sz="3200" b="0" i="0" dirty="0">
                            <a:latin typeface="Garamond" panose="02020404030301010803" pitchFamily="18" charset="0"/>
                          </a:endParaRPr>
                        </a:p>
                      </a:txBody>
                      <a:tcPr marL="92354" marR="92354">
                        <a:lnR w="12700" cap="flat" cmpd="sng" algn="ctr">
                          <a:solidFill>
                            <a:schemeClr val="tx1"/>
                          </a:solidFill>
                          <a:prstDash val="solid"/>
                          <a:round/>
                          <a:headEnd type="none" w="med" len="med"/>
                          <a:tailEnd type="none" w="med" len="med"/>
                        </a:lnR>
                      </a:tcPr>
                    </a:tc>
                    <a:tc>
                      <a:txBody>
                        <a:bodyPr/>
                        <a:lstStyle/>
                        <a:p>
                          <a:pPr algn="ctr"/>
                          <a:r>
                            <a:rPr lang="en-US" sz="3200" b="0" i="0" dirty="0">
                              <a:solidFill>
                                <a:srgbClr val="2A2A2A"/>
                              </a:solidFill>
                              <a:effectLst/>
                              <a:latin typeface="Garamond" panose="02020404030301010803" pitchFamily="18" charset="0"/>
                            </a:rPr>
                            <a:t>Combination of PDF’s of different types </a:t>
                          </a:r>
                        </a:p>
                        <a:p>
                          <a:pPr algn="ctr"/>
                          <a:r>
                            <a:rPr lang="en-US" sz="3200" b="0" i="0" dirty="0">
                              <a:solidFill>
                                <a:srgbClr val="2A2A2A"/>
                              </a:solidFill>
                              <a:effectLst/>
                              <a:latin typeface="Garamond" panose="02020404030301010803" pitchFamily="18" charset="0"/>
                            </a:rPr>
                            <a:t>of stars, most prominent f(q)</a:t>
                          </a:r>
                          <a:r>
                            <a:rPr lang="nl-NL" sz="3200" b="0" dirty="0">
                              <a:solidFill>
                                <a:srgbClr val="2A2A2A"/>
                              </a:solidFill>
                              <a:effectLst/>
                              <a:ea typeface="Cambria Math" panose="02040503050406030204" pitchFamily="18" charset="0"/>
                            </a:rPr>
                            <a:t> </a:t>
                          </a:r>
                          <a14:m>
                            <m:oMath xmlns:m="http://schemas.openxmlformats.org/officeDocument/2006/math">
                              <m:r>
                                <a:rPr lang="nl-NL" sz="3200" b="0" i="1" smtClean="0">
                                  <a:solidFill>
                                    <a:srgbClr val="2A2A2A"/>
                                  </a:solidFill>
                                  <a:effectLst/>
                                  <a:latin typeface="Cambria Math" panose="02040503050406030204" pitchFamily="18" charset="0"/>
                                  <a:ea typeface="Cambria Math" panose="02040503050406030204" pitchFamily="18" charset="0"/>
                                </a:rPr>
                                <m:t>~</m:t>
                              </m:r>
                              <m:sSup>
                                <m:sSupPr>
                                  <m:ctrlPr>
                                    <a:rPr lang="nl-NL" sz="3200" b="0" i="1" smtClean="0">
                                      <a:solidFill>
                                        <a:srgbClr val="2A2A2A"/>
                                      </a:solidFill>
                                      <a:effectLst/>
                                      <a:latin typeface="Cambria Math" panose="02040503050406030204" pitchFamily="18" charset="0"/>
                                      <a:ea typeface="Cambria Math" panose="02040503050406030204" pitchFamily="18" charset="0"/>
                                    </a:rPr>
                                  </m:ctrlPr>
                                </m:sSupPr>
                                <m:e>
                                  <m:r>
                                    <m:rPr>
                                      <m:sty m:val="p"/>
                                    </m:rPr>
                                    <a:rPr lang="nl-NL" sz="3200" b="0" i="1" smtClean="0">
                                      <a:solidFill>
                                        <a:srgbClr val="2A2A2A"/>
                                      </a:solidFill>
                                      <a:effectLst/>
                                      <a:latin typeface="Cambria Math" panose="02040503050406030204" pitchFamily="18" charset="0"/>
                                      <a:ea typeface="Cambria Math" panose="02040503050406030204" pitchFamily="18" charset="0"/>
                                    </a:rPr>
                                    <m:t>q</m:t>
                                  </m:r>
                                </m:e>
                                <m:sup>
                                  <m:r>
                                    <a:rPr lang="nl-NL" sz="3200" b="0" i="1" smtClean="0">
                                      <a:solidFill>
                                        <a:srgbClr val="2A2A2A"/>
                                      </a:solidFill>
                                      <a:effectLst/>
                                      <a:latin typeface="Cambria Math" panose="02040503050406030204" pitchFamily="18" charset="0"/>
                                      <a:ea typeface="Cambria Math" panose="02040503050406030204" pitchFamily="18" charset="0"/>
                                    </a:rPr>
                                    <m:t>-0.3</m:t>
                                  </m:r>
                                </m:sup>
                              </m:sSup>
                            </m:oMath>
                          </a14:m>
                          <a:endParaRPr lang="en-US" sz="3200" b="0" i="0" dirty="0">
                            <a:solidFill>
                              <a:srgbClr val="2A2A2A"/>
                            </a:solidFill>
                            <a:effectLst/>
                            <a:latin typeface="Garamond" panose="02020404030301010803" pitchFamily="18" charset="0"/>
                          </a:endParaRPr>
                        </a:p>
                      </a:txBody>
                      <a:tcPr marL="92354" marR="92354">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594018447"/>
                      </a:ext>
                    </a:extLst>
                  </a:tr>
                  <a:tr h="1205814">
                    <a:tc>
                      <a:txBody>
                        <a:bodyPr/>
                        <a:lstStyle/>
                        <a:p>
                          <a:pPr algn="ctr"/>
                          <a:r>
                            <a:rPr lang="en-US" sz="3200" b="0" dirty="0"/>
                            <a:t>Semi major axis (a)</a:t>
                          </a:r>
                          <a:endParaRPr lang="en-US" sz="3200" b="0" i="0" dirty="0">
                            <a:latin typeface="Garamond" panose="02020404030301010803" pitchFamily="18" charset="0"/>
                          </a:endParaRPr>
                        </a:p>
                      </a:txBody>
                      <a:tcPr marL="92354" marR="92354">
                        <a:lnR w="12700" cap="flat" cmpd="sng" algn="ctr">
                          <a:solidFill>
                            <a:schemeClr val="tx1"/>
                          </a:solidFill>
                          <a:prstDash val="solid"/>
                          <a:round/>
                          <a:headEnd type="none" w="med" len="med"/>
                          <a:tailEnd type="none" w="med" len="med"/>
                        </a:lnR>
                      </a:tcPr>
                    </a:tc>
                    <a:tc>
                      <a:txBody>
                        <a:bodyPr/>
                        <a:lstStyle/>
                        <a:p>
                          <a:pPr algn="l"/>
                          <a:endParaRPr lang="en-US" sz="3200" b="0" i="0" dirty="0">
                            <a:solidFill>
                              <a:srgbClr val="2A2A2A"/>
                            </a:solidFill>
                            <a:effectLst/>
                            <a:latin typeface="Garamond" panose="02020404030301010803" pitchFamily="18" charset="0"/>
                          </a:endParaRPr>
                        </a:p>
                      </a:txBody>
                      <a:tcPr marL="92354" marR="92354">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1531686875"/>
                      </a:ext>
                    </a:extLst>
                  </a:tr>
                  <a:tr h="1205814">
                    <a:tc>
                      <a:txBody>
                        <a:bodyPr/>
                        <a:lstStyle/>
                        <a:p>
                          <a:pPr algn="ctr"/>
                          <a:r>
                            <a:rPr lang="en-US" sz="3200" b="0" dirty="0"/>
                            <a:t>Radius ratio (q)</a:t>
                          </a:r>
                          <a:endParaRPr lang="en-US" sz="3200" b="0" i="0" dirty="0">
                            <a:latin typeface="Garamond" panose="02020404030301010803" pitchFamily="18" charset="0"/>
                          </a:endParaRPr>
                        </a:p>
                      </a:txBody>
                      <a:tcPr marL="92354" marR="92354">
                        <a:lnR w="12700" cap="flat" cmpd="sng" algn="ctr">
                          <a:solidFill>
                            <a:schemeClr val="tx1"/>
                          </a:solidFill>
                          <a:prstDash val="solid"/>
                          <a:round/>
                          <a:headEnd type="none" w="med" len="med"/>
                          <a:tailEnd type="none" w="med" len="med"/>
                        </a:lnR>
                      </a:tcPr>
                    </a:tc>
                    <a:tc>
                      <a:txBody>
                        <a:bodyPr/>
                        <a:lstStyle/>
                        <a:p>
                          <a:pPr algn="l"/>
                          <a:r>
                            <a:rPr lang="en-US" sz="3200" b="0" i="0" dirty="0">
                              <a:solidFill>
                                <a:srgbClr val="2A2A2A"/>
                              </a:solidFill>
                              <a:effectLst/>
                              <a:latin typeface="Garamond" panose="02020404030301010803" pitchFamily="18" charset="0"/>
                            </a:rPr>
                            <a:t>Combination ~</a:t>
                          </a:r>
                          <a14:m>
                            <m:oMath xmlns:m="http://schemas.openxmlformats.org/officeDocument/2006/math">
                              <m:sSup>
                                <m:sSupPr>
                                  <m:ctrlPr>
                                    <a:rPr lang="en-US" sz="3200" b="0" i="1" smtClean="0">
                                      <a:solidFill>
                                        <a:srgbClr val="2A2A2A"/>
                                      </a:solidFill>
                                      <a:effectLst/>
                                      <a:latin typeface="Cambria Math" panose="02040503050406030204" pitchFamily="18" charset="0"/>
                                    </a:rPr>
                                  </m:ctrlPr>
                                </m:sSupPr>
                                <m:e>
                                  <m:r>
                                    <m:rPr>
                                      <m:sty m:val="p"/>
                                    </m:rPr>
                                    <a:rPr lang="nl-NL" sz="3200" b="0" i="1" smtClean="0">
                                      <a:solidFill>
                                        <a:srgbClr val="2A2A2A"/>
                                      </a:solidFill>
                                      <a:effectLst/>
                                      <a:latin typeface="Cambria Math" panose="02040503050406030204" pitchFamily="18" charset="0"/>
                                    </a:rPr>
                                    <m:t>q</m:t>
                                  </m:r>
                                </m:e>
                                <m:sup>
                                  <m:r>
                                    <a:rPr lang="nl-NL" sz="3200" b="0" i="1" smtClean="0">
                                      <a:solidFill>
                                        <a:srgbClr val="2A2A2A"/>
                                      </a:solidFill>
                                      <a:effectLst/>
                                      <a:latin typeface="Cambria Math" panose="02040503050406030204" pitchFamily="18" charset="0"/>
                                    </a:rPr>
                                    <m:t>0.8</m:t>
                                  </m:r>
                                </m:sup>
                              </m:sSup>
                            </m:oMath>
                          </a14:m>
                          <a:endParaRPr lang="en-US" sz="3200" b="0" i="0" dirty="0">
                            <a:solidFill>
                              <a:srgbClr val="2A2A2A"/>
                            </a:solidFill>
                            <a:effectLst/>
                            <a:latin typeface="Garamond" panose="02020404030301010803" pitchFamily="18" charset="0"/>
                          </a:endParaRPr>
                        </a:p>
                      </a:txBody>
                      <a:tcPr marL="92354" marR="92354">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3406429993"/>
                      </a:ext>
                    </a:extLst>
                  </a:tr>
                </a:tbl>
              </a:graphicData>
            </a:graphic>
          </p:graphicFrame>
        </mc:Choice>
        <mc:Fallback>
          <p:graphicFrame>
            <p:nvGraphicFramePr>
              <p:cNvPr id="3" name="Tabelle 2">
                <a:extLst>
                  <a:ext uri="{FF2B5EF4-FFF2-40B4-BE49-F238E27FC236}">
                    <a16:creationId xmlns:a16="http://schemas.microsoft.com/office/drawing/2014/main" id="{94A2B041-0A3D-4469-7F39-F62F5BC2501A}"/>
                  </a:ext>
                </a:extLst>
              </p:cNvPr>
              <p:cNvGraphicFramePr>
                <a:graphicFrameLocks noGrp="1"/>
              </p:cNvGraphicFramePr>
              <p:nvPr>
                <p:extLst>
                  <p:ext uri="{D42A27DB-BD31-4B8C-83A1-F6EECF244321}">
                    <p14:modId xmlns:p14="http://schemas.microsoft.com/office/powerpoint/2010/main" val="3240754108"/>
                  </p:ext>
                </p:extLst>
              </p:nvPr>
            </p:nvGraphicFramePr>
            <p:xfrm>
              <a:off x="21924" y="10841916"/>
              <a:ext cx="11749341" cy="6259611"/>
            </p:xfrm>
            <a:graphic>
              <a:graphicData uri="http://schemas.openxmlformats.org/drawingml/2006/table">
                <a:tbl>
                  <a:tblPr firstRow="1" bandRow="1">
                    <a:tableStyleId>{2D5ABB26-0587-4C30-8999-92F81FD0307C}</a:tableStyleId>
                  </a:tblPr>
                  <a:tblGrid>
                    <a:gridCol w="3661426">
                      <a:extLst>
                        <a:ext uri="{9D8B030D-6E8A-4147-A177-3AD203B41FA5}">
                          <a16:colId xmlns:a16="http://schemas.microsoft.com/office/drawing/2014/main" val="1884549708"/>
                        </a:ext>
                      </a:extLst>
                    </a:gridCol>
                    <a:gridCol w="8087915">
                      <a:extLst>
                        <a:ext uri="{9D8B030D-6E8A-4147-A177-3AD203B41FA5}">
                          <a16:colId xmlns:a16="http://schemas.microsoft.com/office/drawing/2014/main" val="3529507465"/>
                        </a:ext>
                      </a:extLst>
                    </a:gridCol>
                  </a:tblGrid>
                  <a:tr h="654585">
                    <a:tc>
                      <a:txBody>
                        <a:bodyPr/>
                        <a:lstStyle/>
                        <a:p>
                          <a:pPr algn="ctr"/>
                          <a:r>
                            <a:rPr lang="en-US" sz="3200" b="1" dirty="0"/>
                            <a:t>Parameter</a:t>
                          </a:r>
                          <a:endParaRPr lang="en-US" sz="3200" b="1" dirty="0">
                            <a:latin typeface="Garamond" panose="02020404030301010803" pitchFamily="18" charset="0"/>
                          </a:endParaRPr>
                        </a:p>
                      </a:txBody>
                      <a:tcPr marL="92354" marR="92354">
                        <a:lnR w="12700" cap="flat" cmpd="sng" algn="ctr">
                          <a:solidFill>
                            <a:schemeClr val="tx1"/>
                          </a:solidFill>
                          <a:prstDash val="solid"/>
                          <a:round/>
                          <a:headEnd type="none" w="med" len="med"/>
                          <a:tailEnd type="none" w="med" len="med"/>
                        </a:lnR>
                      </a:tcPr>
                    </a:tc>
                    <a:tc>
                      <a:txBody>
                        <a:bodyPr/>
                        <a:lstStyle/>
                        <a:p>
                          <a:pPr algn="ctr"/>
                          <a:r>
                            <a:rPr lang="en-US" sz="3200" b="1" dirty="0"/>
                            <a:t>PDF</a:t>
                          </a:r>
                          <a:endParaRPr lang="en-US" sz="3200" b="0" i="0" dirty="0">
                            <a:solidFill>
                              <a:srgbClr val="2A2A2A"/>
                            </a:solidFill>
                            <a:effectLst/>
                            <a:latin typeface="Garamond" panose="02020404030301010803" pitchFamily="18" charset="0"/>
                          </a:endParaRPr>
                        </a:p>
                      </a:txBody>
                      <a:tcPr marL="92354" marR="92354">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3166390322"/>
                      </a:ext>
                    </a:extLst>
                  </a:tr>
                  <a:tr h="1332999">
                    <a:tc>
                      <a:txBody>
                        <a:bodyPr/>
                        <a:lstStyle/>
                        <a:p>
                          <a:pPr marL="0" marR="0" lvl="0" indent="0" algn="ctr" defTabSz="2138324" rtl="0" eaLnBrk="1" fontAlgn="auto" latinLnBrk="0" hangingPunct="1">
                            <a:lnSpc>
                              <a:spcPct val="100000"/>
                            </a:lnSpc>
                            <a:spcBef>
                              <a:spcPts val="0"/>
                            </a:spcBef>
                            <a:spcAft>
                              <a:spcPts val="0"/>
                            </a:spcAft>
                            <a:buClrTx/>
                            <a:buSzTx/>
                            <a:buFontTx/>
                            <a:buNone/>
                            <a:tabLst/>
                            <a:defRPr/>
                          </a:pPr>
                          <a:r>
                            <a:rPr lang="en-US" sz="3200" b="0" dirty="0"/>
                            <a:t>Eccentricity (e)</a:t>
                          </a:r>
                          <a:endParaRPr lang="en-US" sz="3200" b="0" dirty="0">
                            <a:latin typeface="Garamond" panose="02020404030301010803" pitchFamily="18" charset="0"/>
                          </a:endParaRPr>
                        </a:p>
                      </a:txBody>
                      <a:tcPr marL="92354" marR="92354">
                        <a:lnR w="12700" cap="flat" cmpd="sng" algn="ctr">
                          <a:solidFill>
                            <a:schemeClr val="tx1"/>
                          </a:solidFill>
                          <a:prstDash val="solid"/>
                          <a:round/>
                          <a:headEnd type="none" w="med" len="med"/>
                          <a:tailEnd type="none" w="med" len="med"/>
                        </a:lnR>
                      </a:tcPr>
                    </a:tc>
                    <a:tc>
                      <a:txBody>
                        <a:bodyPr/>
                        <a:lstStyle/>
                        <a:p>
                          <a:endParaRPr lang="nl-NL"/>
                        </a:p>
                      </a:txBody>
                      <a:tcPr marL="92354" marR="92354">
                        <a:lnL w="12700" cap="flat" cmpd="sng" algn="ctr">
                          <a:solidFill>
                            <a:schemeClr val="tx1"/>
                          </a:solidFill>
                          <a:prstDash val="solid"/>
                          <a:round/>
                          <a:headEnd type="none" w="med" len="med"/>
                          <a:tailEnd type="none" w="med" len="med"/>
                        </a:lnL>
                        <a:blipFill>
                          <a:blip r:embed="rId7"/>
                          <a:stretch>
                            <a:fillRect l="-45290" t="-55046" b="-322477"/>
                          </a:stretch>
                        </a:blipFill>
                      </a:tcPr>
                    </a:tc>
                    <a:extLst>
                      <a:ext uri="{0D108BD9-81ED-4DB2-BD59-A6C34878D82A}">
                        <a16:rowId xmlns:a16="http://schemas.microsoft.com/office/drawing/2014/main" val="3842043408"/>
                      </a:ext>
                    </a:extLst>
                  </a:tr>
                  <a:tr h="654585">
                    <a:tc>
                      <a:txBody>
                        <a:bodyPr/>
                        <a:lstStyle/>
                        <a:p>
                          <a:pPr algn="ctr"/>
                          <a:r>
                            <a:rPr lang="en-US" sz="3200" b="0" dirty="0"/>
                            <a:t>Orbital Period (P)</a:t>
                          </a:r>
                          <a:endParaRPr lang="en-US" sz="3200" b="0" i="0" dirty="0">
                            <a:latin typeface="Garamond" panose="02020404030301010803" pitchFamily="18" charset="0"/>
                          </a:endParaRPr>
                        </a:p>
                      </a:txBody>
                      <a:tcPr marL="92354" marR="92354">
                        <a:lnR w="12700" cap="flat" cmpd="sng" algn="ctr">
                          <a:solidFill>
                            <a:schemeClr val="tx1"/>
                          </a:solidFill>
                          <a:prstDash val="solid"/>
                          <a:round/>
                          <a:headEnd type="none" w="med" len="med"/>
                          <a:tailEnd type="none" w="med" len="med"/>
                        </a:lnR>
                      </a:tcPr>
                    </a:tc>
                    <a:tc>
                      <a:txBody>
                        <a:bodyPr/>
                        <a:lstStyle/>
                        <a:p>
                          <a:endParaRPr lang="nl-NL"/>
                        </a:p>
                      </a:txBody>
                      <a:tcPr marL="92354" marR="92354">
                        <a:lnL w="12700" cap="flat" cmpd="sng" algn="ctr">
                          <a:solidFill>
                            <a:schemeClr val="tx1"/>
                          </a:solidFill>
                          <a:prstDash val="solid"/>
                          <a:round/>
                          <a:headEnd type="none" w="med" len="med"/>
                          <a:tailEnd type="none" w="med" len="med"/>
                        </a:lnL>
                        <a:blipFill>
                          <a:blip r:embed="rId7"/>
                          <a:stretch>
                            <a:fillRect l="-45290" t="-312963" b="-550926"/>
                          </a:stretch>
                        </a:blipFill>
                      </a:tcPr>
                    </a:tc>
                    <a:extLst>
                      <a:ext uri="{0D108BD9-81ED-4DB2-BD59-A6C34878D82A}">
                        <a16:rowId xmlns:a16="http://schemas.microsoft.com/office/drawing/2014/main" val="2570003111"/>
                      </a:ext>
                    </a:extLst>
                  </a:tr>
                  <a:tr h="1205814">
                    <a:tc>
                      <a:txBody>
                        <a:bodyPr/>
                        <a:lstStyle/>
                        <a:p>
                          <a:pPr algn="ctr"/>
                          <a:r>
                            <a:rPr lang="en-US" sz="3200" b="0" dirty="0"/>
                            <a:t>Mass ratio </a:t>
                          </a:r>
                        </a:p>
                        <a:p>
                          <a:pPr algn="ctr"/>
                          <a:r>
                            <a:rPr lang="en-US" sz="3200" b="0" dirty="0"/>
                            <a:t>(q)</a:t>
                          </a:r>
                          <a:endParaRPr lang="en-US" sz="3200" b="0" i="0" dirty="0">
                            <a:latin typeface="Garamond" panose="02020404030301010803" pitchFamily="18" charset="0"/>
                          </a:endParaRPr>
                        </a:p>
                      </a:txBody>
                      <a:tcPr marL="92354" marR="92354">
                        <a:lnR w="12700" cap="flat" cmpd="sng" algn="ctr">
                          <a:solidFill>
                            <a:schemeClr val="tx1"/>
                          </a:solidFill>
                          <a:prstDash val="solid"/>
                          <a:round/>
                          <a:headEnd type="none" w="med" len="med"/>
                          <a:tailEnd type="none" w="med" len="med"/>
                        </a:lnR>
                      </a:tcPr>
                    </a:tc>
                    <a:tc>
                      <a:txBody>
                        <a:bodyPr/>
                        <a:lstStyle/>
                        <a:p>
                          <a:endParaRPr lang="nl-NL"/>
                        </a:p>
                      </a:txBody>
                      <a:tcPr marL="92354" marR="92354">
                        <a:lnL w="12700" cap="flat" cmpd="sng" algn="ctr">
                          <a:solidFill>
                            <a:schemeClr val="tx1"/>
                          </a:solidFill>
                          <a:prstDash val="solid"/>
                          <a:round/>
                          <a:headEnd type="none" w="med" len="med"/>
                          <a:tailEnd type="none" w="med" len="med"/>
                        </a:lnL>
                        <a:blipFill>
                          <a:blip r:embed="rId7"/>
                          <a:stretch>
                            <a:fillRect l="-45290" t="-225253" b="-200505"/>
                          </a:stretch>
                        </a:blipFill>
                      </a:tcPr>
                    </a:tc>
                    <a:extLst>
                      <a:ext uri="{0D108BD9-81ED-4DB2-BD59-A6C34878D82A}">
                        <a16:rowId xmlns:a16="http://schemas.microsoft.com/office/drawing/2014/main" val="594018447"/>
                      </a:ext>
                    </a:extLst>
                  </a:tr>
                  <a:tr h="1205814">
                    <a:tc>
                      <a:txBody>
                        <a:bodyPr/>
                        <a:lstStyle/>
                        <a:p>
                          <a:pPr algn="ctr"/>
                          <a:r>
                            <a:rPr lang="en-US" sz="3200" b="0" dirty="0"/>
                            <a:t>Semi major axis (a)</a:t>
                          </a:r>
                          <a:endParaRPr lang="en-US" sz="3200" b="0" i="0" dirty="0">
                            <a:latin typeface="Garamond" panose="02020404030301010803" pitchFamily="18" charset="0"/>
                          </a:endParaRPr>
                        </a:p>
                      </a:txBody>
                      <a:tcPr marL="92354" marR="92354">
                        <a:lnR w="12700" cap="flat" cmpd="sng" algn="ctr">
                          <a:solidFill>
                            <a:schemeClr val="tx1"/>
                          </a:solidFill>
                          <a:prstDash val="solid"/>
                          <a:round/>
                          <a:headEnd type="none" w="med" len="med"/>
                          <a:tailEnd type="none" w="med" len="med"/>
                        </a:lnR>
                      </a:tcPr>
                    </a:tc>
                    <a:tc>
                      <a:txBody>
                        <a:bodyPr/>
                        <a:lstStyle/>
                        <a:p>
                          <a:pPr algn="l"/>
                          <a:endParaRPr lang="en-US" sz="3200" b="0" i="0" dirty="0">
                            <a:solidFill>
                              <a:srgbClr val="2A2A2A"/>
                            </a:solidFill>
                            <a:effectLst/>
                            <a:latin typeface="Garamond" panose="02020404030301010803" pitchFamily="18" charset="0"/>
                          </a:endParaRPr>
                        </a:p>
                      </a:txBody>
                      <a:tcPr marL="92354" marR="92354">
                        <a:lnL w="12700" cap="flat" cmpd="sng" algn="ctr">
                          <a:solidFill>
                            <a:schemeClr val="tx1"/>
                          </a:solidFill>
                          <a:prstDash val="solid"/>
                          <a:round/>
                          <a:headEnd type="none" w="med" len="med"/>
                          <a:tailEnd type="none" w="med" len="med"/>
                        </a:lnL>
                      </a:tcPr>
                    </a:tc>
                    <a:extLst>
                      <a:ext uri="{0D108BD9-81ED-4DB2-BD59-A6C34878D82A}">
                        <a16:rowId xmlns:a16="http://schemas.microsoft.com/office/drawing/2014/main" val="1531686875"/>
                      </a:ext>
                    </a:extLst>
                  </a:tr>
                  <a:tr h="1205814">
                    <a:tc>
                      <a:txBody>
                        <a:bodyPr/>
                        <a:lstStyle/>
                        <a:p>
                          <a:pPr algn="ctr"/>
                          <a:r>
                            <a:rPr lang="en-US" sz="3200" b="0" dirty="0"/>
                            <a:t>Radius ratio (q)</a:t>
                          </a:r>
                          <a:endParaRPr lang="en-US" sz="3200" b="0" i="0" dirty="0">
                            <a:latin typeface="Garamond" panose="02020404030301010803" pitchFamily="18" charset="0"/>
                          </a:endParaRPr>
                        </a:p>
                      </a:txBody>
                      <a:tcPr marL="92354" marR="92354">
                        <a:lnR w="12700" cap="flat" cmpd="sng" algn="ctr">
                          <a:solidFill>
                            <a:schemeClr val="tx1"/>
                          </a:solidFill>
                          <a:prstDash val="solid"/>
                          <a:round/>
                          <a:headEnd type="none" w="med" len="med"/>
                          <a:tailEnd type="none" w="med" len="med"/>
                        </a:lnR>
                      </a:tcPr>
                    </a:tc>
                    <a:tc>
                      <a:txBody>
                        <a:bodyPr/>
                        <a:lstStyle/>
                        <a:p>
                          <a:endParaRPr lang="nl-NL"/>
                        </a:p>
                      </a:txBody>
                      <a:tcPr marL="92354" marR="92354">
                        <a:lnL w="12700" cap="flat" cmpd="sng" algn="ctr">
                          <a:solidFill>
                            <a:schemeClr val="tx1"/>
                          </a:solidFill>
                          <a:prstDash val="solid"/>
                          <a:round/>
                          <a:headEnd type="none" w="med" len="med"/>
                          <a:tailEnd type="none" w="med" len="med"/>
                        </a:lnL>
                        <a:blipFill>
                          <a:blip r:embed="rId7"/>
                          <a:stretch>
                            <a:fillRect l="-45290" t="-425253" b="-505"/>
                          </a:stretch>
                        </a:blipFill>
                      </a:tcPr>
                    </a:tc>
                    <a:extLst>
                      <a:ext uri="{0D108BD9-81ED-4DB2-BD59-A6C34878D82A}">
                        <a16:rowId xmlns:a16="http://schemas.microsoft.com/office/drawing/2014/main" val="3406429993"/>
                      </a:ext>
                    </a:extLst>
                  </a:tr>
                </a:tbl>
              </a:graphicData>
            </a:graphic>
          </p:graphicFrame>
        </mc:Fallback>
      </mc:AlternateContent>
      <p:sp>
        <p:nvSpPr>
          <p:cNvPr id="2" name="Textfeld 1">
            <a:extLst>
              <a:ext uri="{FF2B5EF4-FFF2-40B4-BE49-F238E27FC236}">
                <a16:creationId xmlns:a16="http://schemas.microsoft.com/office/drawing/2014/main" id="{257CDFF9-337C-562C-2BEA-4394DD69AA20}"/>
              </a:ext>
            </a:extLst>
          </p:cNvPr>
          <p:cNvSpPr txBox="1"/>
          <p:nvPr/>
        </p:nvSpPr>
        <p:spPr>
          <a:xfrm>
            <a:off x="167933" y="23257475"/>
            <a:ext cx="20706044" cy="830997"/>
          </a:xfrm>
          <a:prstGeom prst="rect">
            <a:avLst/>
          </a:prstGeom>
          <a:noFill/>
        </p:spPr>
        <p:txBody>
          <a:bodyPr wrap="square">
            <a:spAutoFit/>
          </a:bodyPr>
          <a:lstStyle/>
          <a:p>
            <a:r>
              <a:rPr lang="en-US" sz="2400" b="1" i="1" dirty="0">
                <a:solidFill>
                  <a:srgbClr val="000000"/>
                </a:solidFill>
                <a:latin typeface="Garamond" panose="02020404030301010803" pitchFamily="18" charset="0"/>
              </a:rPr>
              <a:t>Figure 1</a:t>
            </a:r>
            <a:r>
              <a:rPr lang="en-US" sz="2400" dirty="0">
                <a:solidFill>
                  <a:srgbClr val="000000"/>
                </a:solidFill>
                <a:latin typeface="Garamond" panose="02020404030301010803" pitchFamily="18" charset="0"/>
              </a:rPr>
              <a:t>. Observational and theoretical distributions for the BDB. The upper plot shows the expected and the theoretical distribution. The residual probabilities is the observational bias for each parameter. The x-axis indicates which parameter is evaluated. </a:t>
            </a:r>
            <a:endParaRPr lang="en-US" sz="2400" dirty="0">
              <a:latin typeface="Garamond" panose="02020404030301010803" pitchFamily="18" charset="0"/>
            </a:endParaRPr>
          </a:p>
        </p:txBody>
      </p:sp>
      <p:sp>
        <p:nvSpPr>
          <p:cNvPr id="8" name="Rechteck 7">
            <a:extLst>
              <a:ext uri="{FF2B5EF4-FFF2-40B4-BE49-F238E27FC236}">
                <a16:creationId xmlns:a16="http://schemas.microsoft.com/office/drawing/2014/main" id="{411274EE-0C89-D8DC-D78E-D77A17C682A3}"/>
              </a:ext>
            </a:extLst>
          </p:cNvPr>
          <p:cNvSpPr/>
          <p:nvPr/>
        </p:nvSpPr>
        <p:spPr>
          <a:xfrm>
            <a:off x="-19713425" y="16518739"/>
            <a:ext cx="10692000" cy="7560000"/>
          </a:xfrm>
          <a:prstGeom prst="rect">
            <a:avLst/>
          </a:prstGeom>
          <a:noFill/>
          <a:ln w="76200"/>
        </p:spPr>
        <p:style>
          <a:lnRef idx="2">
            <a:schemeClr val="accent6"/>
          </a:lnRef>
          <a:fillRef idx="1">
            <a:schemeClr val="lt1"/>
          </a:fillRef>
          <a:effectRef idx="0">
            <a:schemeClr val="accent6"/>
          </a:effectRef>
          <a:fontRef idx="minor">
            <a:schemeClr val="dk1"/>
          </a:fontRef>
        </p:style>
        <p:txBody>
          <a:bodyPr rtlCol="0" anchor="ctr"/>
          <a:lstStyle/>
          <a:p>
            <a:pPr algn="ctr"/>
            <a:r>
              <a:rPr lang="en-US" sz="9600" dirty="0">
                <a:highlight>
                  <a:srgbClr val="FFFF00"/>
                </a:highlight>
              </a:rPr>
              <a:t>A4</a:t>
            </a:r>
          </a:p>
        </p:txBody>
      </p:sp>
      <mc:AlternateContent xmlns:mc="http://schemas.openxmlformats.org/markup-compatibility/2006">
        <mc:Choice xmlns:a14="http://schemas.microsoft.com/office/drawing/2010/main" Requires="a14">
          <p:sp>
            <p:nvSpPr>
              <p:cNvPr id="10" name="Textfeld 9">
                <a:extLst>
                  <a:ext uri="{FF2B5EF4-FFF2-40B4-BE49-F238E27FC236}">
                    <a16:creationId xmlns:a16="http://schemas.microsoft.com/office/drawing/2014/main" id="{EEC861E3-4293-261B-8470-7D810DEF75E7}"/>
                  </a:ext>
                </a:extLst>
              </p:cNvPr>
              <p:cNvSpPr txBox="1"/>
              <p:nvPr/>
            </p:nvSpPr>
            <p:spPr>
              <a:xfrm>
                <a:off x="5135880" y="14828022"/>
                <a:ext cx="15875843" cy="2256515"/>
              </a:xfrm>
              <a:prstGeom prst="rect">
                <a:avLst/>
              </a:prstGeom>
              <a:noFill/>
            </p:spPr>
            <p:txBody>
              <a:bodyPr wrap="square" rtlCol="0">
                <a:spAutoFit/>
              </a:bodyPr>
              <a:lstStyle/>
              <a:p>
                <a:r>
                  <a:rPr lang="en-US" sz="2800" dirty="0">
                    <a:solidFill>
                      <a:prstClr val="black"/>
                    </a:solidFill>
                    <a:latin typeface="Garamond" panose="02020404030301010803" pitchFamily="18" charset="0"/>
                  </a:rPr>
                  <a:t>											The Binary Star </a:t>
                </a:r>
                <a:r>
                  <a:rPr lang="en-US" sz="2800" dirty="0" err="1">
                    <a:solidFill>
                      <a:prstClr val="black"/>
                    </a:solidFill>
                    <a:latin typeface="Garamond" panose="02020404030301010803" pitchFamily="18" charset="0"/>
                  </a:rPr>
                  <a:t>DataBase</a:t>
                </a:r>
                <a:r>
                  <a:rPr lang="en-US" sz="2800" dirty="0">
                    <a:solidFill>
                      <a:prstClr val="black"/>
                    </a:solidFill>
                    <a:latin typeface="Garamond" panose="02020404030301010803" pitchFamily="18" charset="0"/>
                  </a:rPr>
                  <a:t> (BDB) shows various observational biases </a:t>
                </a:r>
              </a:p>
              <a:p>
                <a:r>
                  <a:rPr lang="en-US" sz="2800" dirty="0">
                    <a:solidFill>
                      <a:prstClr val="black"/>
                    </a:solidFill>
                    <a:latin typeface="Garamond" panose="02020404030301010803" pitchFamily="18" charset="0"/>
                  </a:rPr>
                  <a:t>									(Fig. 1): short periods (&lt;</a:t>
                </a:r>
                <a14:m>
                  <m:oMath xmlns:m="http://schemas.openxmlformats.org/officeDocument/2006/math">
                    <m:sSup>
                      <m:sSupPr>
                        <m:ctrlPr>
                          <a:rPr lang="en-US" sz="2800">
                            <a:solidFill>
                              <a:prstClr val="black"/>
                            </a:solidFill>
                            <a:latin typeface="Garamond" panose="02020404030301010803" pitchFamily="18" charset="0"/>
                          </a:rPr>
                        </m:ctrlPr>
                      </m:sSupPr>
                      <m:e>
                        <m:r>
                          <a:rPr lang="nl-NL" sz="2800">
                            <a:solidFill>
                              <a:prstClr val="black"/>
                            </a:solidFill>
                            <a:latin typeface="Garamond" panose="02020404030301010803" pitchFamily="18" charset="0"/>
                          </a:rPr>
                          <m:t>10</m:t>
                        </m:r>
                      </m:e>
                      <m:sup>
                        <m:r>
                          <a:rPr lang="nl-NL" sz="2800">
                            <a:solidFill>
                              <a:prstClr val="black"/>
                            </a:solidFill>
                            <a:latin typeface="Garamond" panose="02020404030301010803" pitchFamily="18" charset="0"/>
                          </a:rPr>
                          <m:t>1.7</m:t>
                        </m:r>
                      </m:sup>
                    </m:sSup>
                  </m:oMath>
                </a14:m>
                <a:r>
                  <a:rPr lang="en-US" sz="2800" dirty="0">
                    <a:solidFill>
                      <a:prstClr val="black"/>
                    </a:solidFill>
                    <a:latin typeface="Garamond" panose="02020404030301010803" pitchFamily="18" charset="0"/>
                  </a:rPr>
                  <a:t>) and high mass ratios (&gt;0.5) are overrepresented, 								while circular orbits are strongly </a:t>
                </a:r>
                <a:r>
                  <a:rPr lang="en-US" sz="2800" dirty="0" err="1">
                    <a:solidFill>
                      <a:prstClr val="black"/>
                    </a:solidFill>
                    <a:latin typeface="Garamond" panose="02020404030301010803" pitchFamily="18" charset="0"/>
                  </a:rPr>
                  <a:t>favoured</a:t>
                </a:r>
                <a:r>
                  <a:rPr lang="en-US" sz="2800" dirty="0">
                    <a:solidFill>
                      <a:prstClr val="black"/>
                    </a:solidFill>
                    <a:latin typeface="Garamond" panose="02020404030301010803" pitchFamily="18" charset="0"/>
                  </a:rPr>
                  <a:t>. Low and high radius ratios are </a:t>
                </a:r>
                <a:r>
                  <a:rPr lang="en-US" sz="2800" dirty="0" err="1">
                    <a:solidFill>
                      <a:prstClr val="black"/>
                    </a:solidFill>
                    <a:latin typeface="Garamond" panose="02020404030301010803" pitchFamily="18" charset="0"/>
                  </a:rPr>
                  <a:t>favoured</a:t>
                </a:r>
                <a:r>
                  <a:rPr lang="en-US" sz="2800" dirty="0">
                    <a:solidFill>
                      <a:prstClr val="black"/>
                    </a:solidFill>
                    <a:latin typeface="Garamond" panose="02020404030301010803" pitchFamily="18" charset="0"/>
                  </a:rPr>
                  <a:t> over 							intermediate ones. These biases arise because long-period systems 	and faint companions are 					harder to detect and because of the two different measurement methods.</a:t>
                </a:r>
              </a:p>
            </p:txBody>
          </p:sp>
        </mc:Choice>
        <mc:Fallback>
          <p:sp>
            <p:nvSpPr>
              <p:cNvPr id="10" name="Textfeld 9">
                <a:extLst>
                  <a:ext uri="{FF2B5EF4-FFF2-40B4-BE49-F238E27FC236}">
                    <a16:creationId xmlns:a16="http://schemas.microsoft.com/office/drawing/2014/main" id="{EEC861E3-4293-261B-8470-7D810DEF75E7}"/>
                  </a:ext>
                </a:extLst>
              </p:cNvPr>
              <p:cNvSpPr txBox="1">
                <a:spLocks noRot="1" noChangeAspect="1" noMove="1" noResize="1" noEditPoints="1" noAdjustHandles="1" noChangeArrowheads="1" noChangeShapeType="1" noTextEdit="1"/>
              </p:cNvSpPr>
              <p:nvPr/>
            </p:nvSpPr>
            <p:spPr>
              <a:xfrm>
                <a:off x="5135880" y="14828022"/>
                <a:ext cx="15875843" cy="2256515"/>
              </a:xfrm>
              <a:prstGeom prst="rect">
                <a:avLst/>
              </a:prstGeom>
              <a:blipFill>
                <a:blip r:embed="rId8"/>
                <a:stretch>
                  <a:fillRect t="-2695" b="-6199"/>
                </a:stretch>
              </a:blipFill>
            </p:spPr>
            <p:txBody>
              <a:bodyPr/>
              <a:lstStyle/>
              <a:p>
                <a:r>
                  <a:rPr lang="nl-NL">
                    <a:noFill/>
                  </a:rPr>
                  <a:t> </a:t>
                </a:r>
              </a:p>
            </p:txBody>
          </p:sp>
        </mc:Fallback>
      </mc:AlternateContent>
      <p:sp>
        <p:nvSpPr>
          <p:cNvPr id="11" name="Rechteck 10">
            <a:extLst>
              <a:ext uri="{FF2B5EF4-FFF2-40B4-BE49-F238E27FC236}">
                <a16:creationId xmlns:a16="http://schemas.microsoft.com/office/drawing/2014/main" id="{DE0F863F-84E9-EDE3-B277-A75B7AC18A11}"/>
              </a:ext>
            </a:extLst>
          </p:cNvPr>
          <p:cNvSpPr/>
          <p:nvPr/>
        </p:nvSpPr>
        <p:spPr>
          <a:xfrm>
            <a:off x="23478744" y="14139812"/>
            <a:ext cx="9688172" cy="2157012"/>
          </a:xfrm>
          <a:prstGeom prst="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6000" dirty="0"/>
              <a:t>Choose between table or plain text for results</a:t>
            </a:r>
          </a:p>
        </p:txBody>
      </p:sp>
      <p:cxnSp>
        <p:nvCxnSpPr>
          <p:cNvPr id="17" name="Gerade Verbindung mit Pfeil 16">
            <a:extLst>
              <a:ext uri="{FF2B5EF4-FFF2-40B4-BE49-F238E27FC236}">
                <a16:creationId xmlns:a16="http://schemas.microsoft.com/office/drawing/2014/main" id="{146FA7D4-817B-331F-243B-515CF96A3EFD}"/>
              </a:ext>
            </a:extLst>
          </p:cNvPr>
          <p:cNvCxnSpPr/>
          <p:nvPr/>
        </p:nvCxnSpPr>
        <p:spPr>
          <a:xfrm>
            <a:off x="28239469" y="16386635"/>
            <a:ext cx="670560" cy="1419104"/>
          </a:xfrm>
          <a:prstGeom prst="straightConnector1">
            <a:avLst/>
          </a:prstGeom>
          <a:ln w="7620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9" name="Gerade Verbindung mit Pfeil 18">
            <a:extLst>
              <a:ext uri="{FF2B5EF4-FFF2-40B4-BE49-F238E27FC236}">
                <a16:creationId xmlns:a16="http://schemas.microsoft.com/office/drawing/2014/main" id="{A51CA63B-AE8B-C8DC-103F-AC70E390BA72}"/>
              </a:ext>
            </a:extLst>
          </p:cNvPr>
          <p:cNvCxnSpPr>
            <a:cxnSpLocks/>
            <a:stCxn id="11" idx="2"/>
          </p:cNvCxnSpPr>
          <p:nvPr/>
        </p:nvCxnSpPr>
        <p:spPr>
          <a:xfrm flipH="1">
            <a:off x="23964900" y="16296824"/>
            <a:ext cx="4357930" cy="1486848"/>
          </a:xfrm>
          <a:prstGeom prst="straightConnector1">
            <a:avLst/>
          </a:prstGeom>
          <a:ln w="7620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22" name="Rechteck 21">
            <a:extLst>
              <a:ext uri="{FF2B5EF4-FFF2-40B4-BE49-F238E27FC236}">
                <a16:creationId xmlns:a16="http://schemas.microsoft.com/office/drawing/2014/main" id="{83868522-5080-F034-4FE0-9811D53FE160}"/>
              </a:ext>
            </a:extLst>
          </p:cNvPr>
          <p:cNvSpPr/>
          <p:nvPr/>
        </p:nvSpPr>
        <p:spPr>
          <a:xfrm>
            <a:off x="-18030652" y="8806766"/>
            <a:ext cx="9688172" cy="4054516"/>
          </a:xfrm>
          <a:prstGeom prst="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sz="6000" dirty="0"/>
              <a:t>A4 for reference, make sure everything can be read from 2m away</a:t>
            </a:r>
          </a:p>
        </p:txBody>
      </p:sp>
      <p:cxnSp>
        <p:nvCxnSpPr>
          <p:cNvPr id="23" name="Gerade Verbindung mit Pfeil 22">
            <a:extLst>
              <a:ext uri="{FF2B5EF4-FFF2-40B4-BE49-F238E27FC236}">
                <a16:creationId xmlns:a16="http://schemas.microsoft.com/office/drawing/2014/main" id="{87701C8F-B0BD-60F4-4A76-2E0CEE344469}"/>
              </a:ext>
            </a:extLst>
          </p:cNvPr>
          <p:cNvCxnSpPr>
            <a:cxnSpLocks/>
          </p:cNvCxnSpPr>
          <p:nvPr/>
        </p:nvCxnSpPr>
        <p:spPr>
          <a:xfrm>
            <a:off x="-13186566" y="12861282"/>
            <a:ext cx="2023266" cy="2908793"/>
          </a:xfrm>
          <a:prstGeom prst="straightConnector1">
            <a:avLst/>
          </a:prstGeom>
          <a:ln w="76200" cap="flat" cmpd="sng" algn="ctr">
            <a:solidFill>
              <a:schemeClr val="accent2"/>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pic>
        <p:nvPicPr>
          <p:cNvPr id="14" name="Grafik 13">
            <a:extLst>
              <a:ext uri="{FF2B5EF4-FFF2-40B4-BE49-F238E27FC236}">
                <a16:creationId xmlns:a16="http://schemas.microsoft.com/office/drawing/2014/main" id="{CE8CF416-836D-AFEE-A1C3-3C92DDBF7BAD}"/>
              </a:ext>
            </a:extLst>
          </p:cNvPr>
          <p:cNvPicPr>
            <a:picLocks noChangeAspect="1"/>
          </p:cNvPicPr>
          <p:nvPr/>
        </p:nvPicPr>
        <p:blipFill>
          <a:blip>
            <a:extLst>
              <a:ext uri="{96DAC541-7B7A-43D3-8B79-37D633B846F1}">
                <asvg:svgBlip xmlns:asvg="http://schemas.microsoft.com/office/drawing/2016/SVG/main" r:embed="rId9"/>
              </a:ext>
            </a:extLst>
          </a:blip>
          <a:srcRect/>
          <a:stretch/>
        </p:blipFill>
        <p:spPr>
          <a:xfrm>
            <a:off x="12580028" y="17896089"/>
            <a:ext cx="4237604" cy="5103645"/>
          </a:xfrm>
          <a:prstGeom prst="rect">
            <a:avLst/>
          </a:prstGeom>
        </p:spPr>
      </p:pic>
      <p:pic>
        <p:nvPicPr>
          <p:cNvPr id="29" name="Grafik 28">
            <a:extLst>
              <a:ext uri="{FF2B5EF4-FFF2-40B4-BE49-F238E27FC236}">
                <a16:creationId xmlns:a16="http://schemas.microsoft.com/office/drawing/2014/main" id="{2A130629-8A6B-D6BC-8480-73A945782973}"/>
              </a:ext>
            </a:extLst>
          </p:cNvPr>
          <p:cNvPicPr>
            <a:picLocks noChangeAspect="1"/>
          </p:cNvPicPr>
          <p:nvPr/>
        </p:nvPicPr>
        <p:blipFill>
          <a:blip>
            <a:extLst>
              <a:ext uri="{96DAC541-7B7A-43D3-8B79-37D633B846F1}">
                <asvg:svgBlip xmlns:asvg="http://schemas.microsoft.com/office/drawing/2016/SVG/main" r:embed="rId10"/>
              </a:ext>
            </a:extLst>
          </a:blip>
          <a:srcRect t="6133" r="6582"/>
          <a:stretch>
            <a:fillRect/>
          </a:stretch>
        </p:blipFill>
        <p:spPr>
          <a:xfrm>
            <a:off x="7895662" y="17906015"/>
            <a:ext cx="4909197" cy="5061600"/>
          </a:xfrm>
          <a:prstGeom prst="rect">
            <a:avLst/>
          </a:prstGeom>
        </p:spPr>
      </p:pic>
      <p:pic>
        <p:nvPicPr>
          <p:cNvPr id="21" name="Graphic 27">
            <a:extLst>
              <a:ext uri="{FF2B5EF4-FFF2-40B4-BE49-F238E27FC236}">
                <a16:creationId xmlns:a16="http://schemas.microsoft.com/office/drawing/2014/main" id="{D1644647-075B-DFB4-CE0E-B4BEBDE89E6A}"/>
              </a:ext>
            </a:extLst>
          </p:cNvPr>
          <p:cNvPicPr>
            <a:picLocks noChangeAspect="1"/>
          </p:cNvPicPr>
          <p:nvPr/>
        </p:nvPicPr>
        <p:blipFill>
          <a:blip>
            <a:extLst>
              <a:ext uri="{96DAC541-7B7A-43D3-8B79-37D633B846F1}">
                <asvg:svgBlip xmlns:asvg="http://schemas.microsoft.com/office/drawing/2016/SVG/main" r:embed="rId11"/>
              </a:ext>
            </a:extLst>
          </a:blip>
          <a:srcRect t="6188"/>
          <a:stretch>
            <a:fillRect/>
          </a:stretch>
        </p:blipFill>
        <p:spPr>
          <a:xfrm>
            <a:off x="4166566" y="17896090"/>
            <a:ext cx="4351973" cy="5103312"/>
          </a:xfrm>
          <a:prstGeom prst="rect">
            <a:avLst/>
          </a:prstGeom>
        </p:spPr>
      </p:pic>
      <p:pic>
        <p:nvPicPr>
          <p:cNvPr id="24" name="Graphic 29">
            <a:extLst>
              <a:ext uri="{FF2B5EF4-FFF2-40B4-BE49-F238E27FC236}">
                <a16:creationId xmlns:a16="http://schemas.microsoft.com/office/drawing/2014/main" id="{6D2E5C82-84B6-5B08-A829-953CBFFCA94F}"/>
              </a:ext>
            </a:extLst>
          </p:cNvPr>
          <p:cNvPicPr>
            <a:picLocks noChangeAspect="1"/>
          </p:cNvPicPr>
          <p:nvPr/>
        </p:nvPicPr>
        <p:blipFill>
          <a:blip>
            <a:extLst>
              <a:ext uri="{96DAC541-7B7A-43D3-8B79-37D633B846F1}">
                <asvg:svgBlip xmlns:asvg="http://schemas.microsoft.com/office/drawing/2016/SVG/main" r:embed="rId12"/>
              </a:ext>
            </a:extLst>
          </a:blip>
          <a:srcRect t="6188"/>
          <a:stretch>
            <a:fillRect/>
          </a:stretch>
        </p:blipFill>
        <p:spPr>
          <a:xfrm>
            <a:off x="193474" y="17896089"/>
            <a:ext cx="4351973" cy="5103311"/>
          </a:xfrm>
          <a:prstGeom prst="rect">
            <a:avLst/>
          </a:prstGeom>
        </p:spPr>
      </p:pic>
      <p:sp>
        <p:nvSpPr>
          <p:cNvPr id="26" name="Rechteck 25">
            <a:extLst>
              <a:ext uri="{FF2B5EF4-FFF2-40B4-BE49-F238E27FC236}">
                <a16:creationId xmlns:a16="http://schemas.microsoft.com/office/drawing/2014/main" id="{EA8F6643-E188-E9B9-4278-A3D486B64E53}"/>
              </a:ext>
            </a:extLst>
          </p:cNvPr>
          <p:cNvSpPr/>
          <p:nvPr/>
        </p:nvSpPr>
        <p:spPr>
          <a:xfrm>
            <a:off x="16917187" y="17896089"/>
            <a:ext cx="4062092" cy="510364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400" dirty="0"/>
              <a:t>Semi major axis plot</a:t>
            </a:r>
          </a:p>
        </p:txBody>
      </p:sp>
    </p:spTree>
    <p:extLst>
      <p:ext uri="{BB962C8B-B14F-4D97-AF65-F5344CB8AC3E}">
        <p14:creationId xmlns:p14="http://schemas.microsoft.com/office/powerpoint/2010/main" val="16312602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Grafik 9">
            <a:extLst>
              <a:ext uri="{FF2B5EF4-FFF2-40B4-BE49-F238E27FC236}">
                <a16:creationId xmlns:a16="http://schemas.microsoft.com/office/drawing/2014/main" id="{4C8B8DA4-8A9F-A571-8BDA-5BE0C92907A4}"/>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13356506" y="10231452"/>
            <a:ext cx="4573344" cy="5508000"/>
          </a:xfrm>
          <a:prstGeom prst="rect">
            <a:avLst/>
          </a:prstGeom>
        </p:spPr>
      </p:pic>
      <p:pic>
        <p:nvPicPr>
          <p:cNvPr id="8" name="Graphic 31">
            <a:extLst>
              <a:ext uri="{FF2B5EF4-FFF2-40B4-BE49-F238E27FC236}">
                <a16:creationId xmlns:a16="http://schemas.microsoft.com/office/drawing/2014/main" id="{308E6AF5-BDC0-98E6-7276-17E80AE90DD1}"/>
              </a:ext>
            </a:extLst>
          </p:cNvPr>
          <p:cNvPicPr>
            <a:picLocks noChangeAspect="1"/>
          </p:cNvPicPr>
          <p:nvPr/>
        </p:nvPicPr>
        <p:blipFill>
          <a:blip>
            <a:extLst>
              <a:ext uri="{96DAC541-7B7A-43D3-8B79-37D633B846F1}">
                <asvg:svgBlip xmlns:asvg="http://schemas.microsoft.com/office/drawing/2016/SVG/main" r:embed="rId3"/>
              </a:ext>
            </a:extLst>
          </a:blip>
          <a:srcRect t="3419"/>
          <a:stretch>
            <a:fillRect/>
          </a:stretch>
        </p:blipFill>
        <p:spPr>
          <a:xfrm>
            <a:off x="9202316" y="10231454"/>
            <a:ext cx="4424149" cy="5327021"/>
          </a:xfrm>
          <a:prstGeom prst="rect">
            <a:avLst/>
          </a:prstGeom>
        </p:spPr>
      </p:pic>
      <p:sp>
        <p:nvSpPr>
          <p:cNvPr id="2" name="Titel 1">
            <a:extLst>
              <a:ext uri="{FF2B5EF4-FFF2-40B4-BE49-F238E27FC236}">
                <a16:creationId xmlns:a16="http://schemas.microsoft.com/office/drawing/2014/main" id="{A86EE84D-1E69-4CF1-4E7A-B2F327A9401B}"/>
              </a:ext>
            </a:extLst>
          </p:cNvPr>
          <p:cNvSpPr>
            <a:spLocks noGrp="1"/>
          </p:cNvSpPr>
          <p:nvPr>
            <p:ph type="title"/>
          </p:nvPr>
        </p:nvSpPr>
        <p:spPr/>
        <p:txBody>
          <a:bodyPr/>
          <a:lstStyle/>
          <a:p>
            <a:endParaRPr lang="en-US"/>
          </a:p>
        </p:txBody>
      </p:sp>
      <p:pic>
        <p:nvPicPr>
          <p:cNvPr id="6" name="Graphic 27">
            <a:extLst>
              <a:ext uri="{FF2B5EF4-FFF2-40B4-BE49-F238E27FC236}">
                <a16:creationId xmlns:a16="http://schemas.microsoft.com/office/drawing/2014/main" id="{B4A84105-F697-6038-FA53-883DE08304A8}"/>
              </a:ext>
            </a:extLst>
          </p:cNvPr>
          <p:cNvPicPr>
            <a:picLocks noChangeAspect="1"/>
          </p:cNvPicPr>
          <p:nvPr/>
        </p:nvPicPr>
        <p:blipFill>
          <a:blip>
            <a:extLst>
              <a:ext uri="{96DAC541-7B7A-43D3-8B79-37D633B846F1}">
                <asvg:svgBlip xmlns:asvg="http://schemas.microsoft.com/office/drawing/2016/SVG/main" r:embed="rId4"/>
              </a:ext>
            </a:extLst>
          </a:blip>
          <a:srcRect t="6188"/>
          <a:stretch>
            <a:fillRect/>
          </a:stretch>
        </p:blipFill>
        <p:spPr>
          <a:xfrm>
            <a:off x="4725567" y="10240979"/>
            <a:ext cx="4696774" cy="5507641"/>
          </a:xfrm>
          <a:prstGeom prst="rect">
            <a:avLst/>
          </a:prstGeom>
        </p:spPr>
      </p:pic>
      <p:pic>
        <p:nvPicPr>
          <p:cNvPr id="7" name="Graphic 29">
            <a:extLst>
              <a:ext uri="{FF2B5EF4-FFF2-40B4-BE49-F238E27FC236}">
                <a16:creationId xmlns:a16="http://schemas.microsoft.com/office/drawing/2014/main" id="{B005335D-76EF-FEBD-F9F4-737A0A4E4CD1}"/>
              </a:ext>
            </a:extLst>
          </p:cNvPr>
          <p:cNvPicPr>
            <a:picLocks noChangeAspect="1"/>
          </p:cNvPicPr>
          <p:nvPr/>
        </p:nvPicPr>
        <p:blipFill>
          <a:blip>
            <a:extLst>
              <a:ext uri="{96DAC541-7B7A-43D3-8B79-37D633B846F1}">
                <asvg:svgBlip xmlns:asvg="http://schemas.microsoft.com/office/drawing/2016/SVG/main" r:embed="rId5"/>
              </a:ext>
            </a:extLst>
          </a:blip>
          <a:srcRect t="6188"/>
          <a:stretch>
            <a:fillRect/>
          </a:stretch>
        </p:blipFill>
        <p:spPr>
          <a:xfrm>
            <a:off x="438150" y="10240979"/>
            <a:ext cx="4696774" cy="5507640"/>
          </a:xfrm>
          <a:prstGeom prst="rect">
            <a:avLst/>
          </a:prstGeom>
        </p:spPr>
      </p:pic>
    </p:spTree>
    <p:extLst>
      <p:ext uri="{BB962C8B-B14F-4D97-AF65-F5344CB8AC3E}">
        <p14:creationId xmlns:p14="http://schemas.microsoft.com/office/powerpoint/2010/main" val="4112512561"/>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69</TotalTime>
  <Words>749</Words>
  <Application>Microsoft Office PowerPoint</Application>
  <PresentationFormat>Aangepast</PresentationFormat>
  <Paragraphs>55</Paragraphs>
  <Slides>2</Slides>
  <Notes>1</Notes>
  <HiddenSlides>0</HiddenSlides>
  <MMClips>0</MMClips>
  <ScaleCrop>false</ScaleCrop>
  <HeadingPairs>
    <vt:vector size="6" baseType="variant">
      <vt:variant>
        <vt:lpstr>Gebruikte lettertypen</vt:lpstr>
      </vt:variant>
      <vt:variant>
        <vt:i4>5</vt:i4>
      </vt:variant>
      <vt:variant>
        <vt:lpstr>Thema</vt:lpstr>
      </vt:variant>
      <vt:variant>
        <vt:i4>1</vt:i4>
      </vt:variant>
      <vt:variant>
        <vt:lpstr>Diatitels</vt:lpstr>
      </vt:variant>
      <vt:variant>
        <vt:i4>2</vt:i4>
      </vt:variant>
    </vt:vector>
  </HeadingPairs>
  <TitlesOfParts>
    <vt:vector size="8" baseType="lpstr">
      <vt:lpstr>Aptos</vt:lpstr>
      <vt:lpstr>Aptos Display</vt:lpstr>
      <vt:lpstr>Arial</vt:lpstr>
      <vt:lpstr>Cambria Math</vt:lpstr>
      <vt:lpstr>Garamond</vt:lpstr>
      <vt:lpstr>Office</vt:lpstr>
      <vt:lpstr>PowerPoint-presentatie</vt:lpstr>
      <vt:lpstr>PowerPoint-presentatie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Elja Meuter</dc:creator>
  <cp:lastModifiedBy>Tobias de Cock</cp:lastModifiedBy>
  <cp:revision>1</cp:revision>
  <cp:lastPrinted>2026-05-08T11:07:59Z</cp:lastPrinted>
  <dcterms:created xsi:type="dcterms:W3CDTF">2026-05-07T08:35:58Z</dcterms:created>
  <dcterms:modified xsi:type="dcterms:W3CDTF">2026-05-18T14:40:30Z</dcterms:modified>
</cp:coreProperties>
</file>