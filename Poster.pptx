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333333"/>
    <a:srgbClr val="F5F5DC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1DFCA6-C4A5-40AC-B792-0C93A456EA9E}" v="929" dt="2026-05-18T12:43:47.693"/>
    <p1510:client id="{7885A197-381A-465D-A948-96F1A941B31A}" v="114" dt="2026-05-18T07:53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77869" autoAdjust="0"/>
  </p:normalViewPr>
  <p:slideViewPr>
    <p:cSldViewPr snapToGrid="0">
      <p:cViewPr>
        <p:scale>
          <a:sx n="33" d="100"/>
          <a:sy n="33" d="100"/>
        </p:scale>
        <p:origin x="2098" y="-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8T07:53:14.601" v="10873" actId="120"/>
      <pc:docMkLst>
        <pc:docMk/>
      </pc:docMkLst>
      <pc:sldChg chg="addSp delSp modSp mod setBg modNotesTx">
        <pc:chgData name="Elja Meuter" userId="b1e1bb923a19bf75" providerId="LiveId" clId="{D71E6ABD-519B-41F0-9374-E926C1080144}" dt="2026-05-18T07:53:14.601" v="10873" actId="120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8T07:50:38.633" v="10832" actId="207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8T07:41:47.475" v="10368" actId="1076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del mod">
          <ac:chgData name="Elja Meuter" userId="b1e1bb923a19bf75" providerId="LiveId" clId="{D71E6ABD-519B-41F0-9374-E926C1080144}" dt="2026-05-18T07:53:14.601" v="10873" actId="120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8T07:51:15.521" v="10862" actId="1036"/>
          <ac:spMkLst>
            <pc:docMk/>
            <pc:sldMk cId="1631260291" sldId="256"/>
            <ac:spMk id="13" creationId="{ED759B63-C847-80C1-30B5-B6ED7A60C236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mod ord">
          <ac:chgData name="Elja Meuter" userId="b1e1bb923a19bf75" providerId="LiveId" clId="{D71E6ABD-519B-41F0-9374-E926C1080144}" dt="2026-05-18T07:50:38.885" v="10833" actId="207"/>
          <ac:spMkLst>
            <pc:docMk/>
            <pc:sldMk cId="1631260291" sldId="256"/>
            <ac:spMk id="25" creationId="{77969D52-DE5C-42BF-121B-27045EB0367C}"/>
          </ac:spMkLst>
        </pc:spChg>
        <pc:spChg chg="add mod">
          <ac:chgData name="Elja Meuter" userId="b1e1bb923a19bf75" providerId="LiveId" clId="{D71E6ABD-519B-41F0-9374-E926C1080144}" dt="2026-05-18T07:41:16.945" v="10364" actId="1037"/>
          <ac:spMkLst>
            <pc:docMk/>
            <pc:sldMk cId="1631260291" sldId="256"/>
            <ac:spMk id="26" creationId="{EA8F6643-E188-E9B9-4278-A3D486B64E53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8T07:32:58.015" v="9775" actId="1076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8T07:47:49.934" v="10758" actId="1036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18T07:51:03.381" v="10845" actId="1036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8T07:47:59.364" v="10759" actId="20577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8T07:32:54.018" v="9774" actId="14100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8T07:42:25.578" v="10396" actId="6549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8T07:38:03.723" v="10081" actId="1035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8T07:17:59.769" v="9190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del mod">
          <ac:chgData name="Elja Meuter" userId="b1e1bb923a19bf75" providerId="LiveId" clId="{D71E6ABD-519B-41F0-9374-E926C1080144}" dt="2026-05-18T07:22:18.300" v="9345" actId="478"/>
          <ac:picMkLst>
            <pc:docMk/>
            <pc:sldMk cId="1631260291" sldId="256"/>
            <ac:picMk id="7" creationId="{B3FD3927-E6F9-14D1-169D-51649A6EE22A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14" creationId="{CE8CF416-836D-AFEE-A1C3-3C92DDBF7BAD}"/>
          </ac:picMkLst>
        </pc:pic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del mod">
          <ac:chgData name="Elja Meuter" userId="b1e1bb923a19bf75" providerId="LiveId" clId="{D71E6ABD-519B-41F0-9374-E926C1080144}" dt="2026-05-18T07:38:56.267" v="10083" actId="478"/>
          <ac:picMkLst>
            <pc:docMk/>
            <pc:sldMk cId="1631260291" sldId="256"/>
            <ac:picMk id="18" creationId="{3CF83738-EBA7-413C-2D17-CFA20036C084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1" creationId="{D1644647-075B-DFB4-CE0E-B4BEBDE89E6A}"/>
          </ac:picMkLst>
        </pc:picChg>
        <pc:picChg chg="add mod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4" creationId="{6D2E5C82-84B6-5B08-A829-953CBFFCA94F}"/>
          </ac:picMkLst>
        </pc:picChg>
        <pc:picChg chg="del mod modCrop">
          <ac:chgData name="Elja Meuter" userId="b1e1bb923a19bf75" providerId="LiveId" clId="{D71E6ABD-519B-41F0-9374-E926C1080144}" dt="2026-05-18T07:28:42.243" v="9592" actId="478"/>
          <ac:picMkLst>
            <pc:docMk/>
            <pc:sldMk cId="1631260291" sldId="256"/>
            <ac:picMk id="28" creationId="{81D6B83C-5842-E5B0-D913-111BD46C8DC1}"/>
          </ac:picMkLst>
        </pc:picChg>
        <pc:picChg chg="add mod ord modCrop">
          <ac:chgData name="Elja Meuter" userId="b1e1bb923a19bf75" providerId="LiveId" clId="{D71E6ABD-519B-41F0-9374-E926C1080144}" dt="2026-05-18T07:41:16.945" v="10364" actId="1037"/>
          <ac:picMkLst>
            <pc:docMk/>
            <pc:sldMk cId="1631260291" sldId="256"/>
            <ac:picMk id="29" creationId="{2A130629-8A6B-D6BC-8480-73A945782973}"/>
          </ac:picMkLst>
        </pc:picChg>
        <pc:picChg chg="del mod modCrop">
          <ac:chgData name="Elja Meuter" userId="b1e1bb923a19bf75" providerId="LiveId" clId="{D71E6ABD-519B-41F0-9374-E926C1080144}" dt="2026-05-18T07:28:41.778" v="9591" actId="478"/>
          <ac:picMkLst>
            <pc:docMk/>
            <pc:sldMk cId="1631260291" sldId="256"/>
            <ac:picMk id="30" creationId="{A53BF8A8-1E80-08BE-5B95-28ABA1130BFA}"/>
          </ac:picMkLst>
        </pc:picChg>
        <pc:picChg chg="del mod modCrop">
          <ac:chgData name="Elja Meuter" userId="b1e1bb923a19bf75" providerId="LiveId" clId="{D71E6ABD-519B-41F0-9374-E926C1080144}" dt="2026-05-18T07:28:43.074" v="9593" actId="478"/>
          <ac:picMkLst>
            <pc:docMk/>
            <pc:sldMk cId="1631260291" sldId="256"/>
            <ac:picMk id="32" creationId="{B159EC36-2432-212A-875E-29EBA97128FE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8T07:52:09.457" v="10863" actId="14100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8T07:52:15.236" v="10864" actId="14100"/>
          <ac:cxnSpMkLst>
            <pc:docMk/>
            <pc:sldMk cId="1631260291" sldId="256"/>
            <ac:cxnSpMk id="23" creationId="{87701C8F-B0BD-60F4-4A76-2E0CEE344469}"/>
          </ac:cxnSpMkLst>
        </pc:cxnChg>
      </pc:sldChg>
      <pc:sldChg chg="addSp delSp modSp new mod">
        <pc:chgData name="Elja Meuter" userId="b1e1bb923a19bf75" providerId="LiveId" clId="{D71E6ABD-519B-41F0-9374-E926C1080144}" dt="2026-05-18T07:28:11.472" v="9590" actId="14826"/>
        <pc:sldMkLst>
          <pc:docMk/>
          <pc:sldMk cId="4112512561" sldId="257"/>
        </pc:sldMkLst>
        <pc:spChg chg="del">
          <ac:chgData name="Elja Meuter" userId="b1e1bb923a19bf75" providerId="LiveId" clId="{D71E6ABD-519B-41F0-9374-E926C1080144}" dt="2026-05-18T07:22:59.559" v="9350" actId="478"/>
          <ac:spMkLst>
            <pc:docMk/>
            <pc:sldMk cId="4112512561" sldId="257"/>
            <ac:spMk id="3" creationId="{4EA1C412-FC4A-0F54-2A52-A99CE750B477}"/>
          </ac:spMkLst>
        </pc:spChg>
        <pc:picChg chg="add del">
          <ac:chgData name="Elja Meuter" userId="b1e1bb923a19bf75" providerId="LiveId" clId="{D71E6ABD-519B-41F0-9374-E926C1080144}" dt="2026-05-18T07:22:57.765" v="9349" actId="478"/>
          <ac:picMkLst>
            <pc:docMk/>
            <pc:sldMk cId="4112512561" sldId="257"/>
            <ac:picMk id="5" creationId="{5FEABE4C-2B7D-CF62-C397-095BDD4CF637}"/>
          </ac:picMkLst>
        </pc:picChg>
        <pc:picChg chg="add mod">
          <ac:chgData name="Elja Meuter" userId="b1e1bb923a19bf75" providerId="LiveId" clId="{D71E6ABD-519B-41F0-9374-E926C1080144}" dt="2026-05-18T07:24:31.077" v="9486" actId="1038"/>
          <ac:picMkLst>
            <pc:docMk/>
            <pc:sldMk cId="4112512561" sldId="257"/>
            <ac:picMk id="6" creationId="{B4A84105-F697-6038-FA53-883DE08304A8}"/>
          </ac:picMkLst>
        </pc:picChg>
        <pc:picChg chg="add mod">
          <ac:chgData name="Elja Meuter" userId="b1e1bb923a19bf75" providerId="LiveId" clId="{D71E6ABD-519B-41F0-9374-E926C1080144}" dt="2026-05-18T07:24:21.719" v="9445" actId="14100"/>
          <ac:picMkLst>
            <pc:docMk/>
            <pc:sldMk cId="4112512561" sldId="257"/>
            <ac:picMk id="7" creationId="{B005335D-76EF-FEBD-F9F4-737A0A4E4CD1}"/>
          </ac:picMkLst>
        </pc:picChg>
        <pc:picChg chg="add mod ord">
          <ac:chgData name="Elja Meuter" userId="b1e1bb923a19bf75" providerId="LiveId" clId="{D71E6ABD-519B-41F0-9374-E926C1080144}" dt="2026-05-18T07:24:42.051" v="9569" actId="1036"/>
          <ac:picMkLst>
            <pc:docMk/>
            <pc:sldMk cId="4112512561" sldId="257"/>
            <ac:picMk id="8" creationId="{308E6AF5-BDC0-98E6-7276-17E80AE90DD1}"/>
          </ac:picMkLst>
        </pc:picChg>
        <pc:picChg chg="add del mod ord">
          <ac:chgData name="Elja Meuter" userId="b1e1bb923a19bf75" providerId="LiveId" clId="{D71E6ABD-519B-41F0-9374-E926C1080144}" dt="2026-05-18T07:28:11.472" v="9590" actId="14826"/>
          <ac:picMkLst>
            <pc:docMk/>
            <pc:sldMk cId="4112512561" sldId="257"/>
            <ac:picMk id="10" creationId="{4C8B8DA4-8A9F-A571-8BDA-5BE0C92907A4}"/>
          </ac:picMkLst>
        </pc:picChg>
      </pc:sldChg>
    </pc:docChg>
  </pc:docChgLst>
  <pc:docChgLst>
    <pc:chgData name="Tobias de Cock" userId="74095abf1f8f7986" providerId="LiveId" clId="{6CA3D613-126E-44D0-8891-B7ECF4335DC9}"/>
    <pc:docChg chg="undo custSel modSld">
      <pc:chgData name="Tobias de Cock" userId="74095abf1f8f7986" providerId="LiveId" clId="{6CA3D613-126E-44D0-8891-B7ECF4335DC9}" dt="2026-05-18T12:51:48.253" v="1916" actId="20577"/>
      <pc:docMkLst>
        <pc:docMk/>
      </pc:docMkLst>
      <pc:sldChg chg="addSp delSp modSp mod">
        <pc:chgData name="Tobias de Cock" userId="74095abf1f8f7986" providerId="LiveId" clId="{6CA3D613-126E-44D0-8891-B7ECF4335DC9}" dt="2026-05-18T12:51:48.253" v="1916" actId="20577"/>
        <pc:sldMkLst>
          <pc:docMk/>
          <pc:sldMk cId="1631260291" sldId="256"/>
        </pc:sldMkLst>
        <pc:spChg chg="mod">
          <ac:chgData name="Tobias de Cock" userId="74095abf1f8f7986" providerId="LiveId" clId="{6CA3D613-126E-44D0-8891-B7ECF4335DC9}" dt="2026-05-17T16:23:10.062" v="72" actId="6549"/>
          <ac:spMkLst>
            <pc:docMk/>
            <pc:sldMk cId="1631260291" sldId="256"/>
            <ac:spMk id="2" creationId="{257CDFF9-337C-562C-2BEA-4394DD69AA20}"/>
          </ac:spMkLst>
        </pc:spChg>
        <pc:spChg chg="del">
          <ac:chgData name="Tobias de Cock" userId="74095abf1f8f7986" providerId="LiveId" clId="{6CA3D613-126E-44D0-8891-B7ECF4335DC9}" dt="2026-05-17T16:22:41.047" v="52" actId="478"/>
          <ac:spMkLst>
            <pc:docMk/>
            <pc:sldMk cId="1631260291" sldId="256"/>
            <ac:spMk id="5" creationId="{9A9E46D5-1BC2-881E-D9E1-DEC90261713B}"/>
          </ac:spMkLst>
        </pc:spChg>
        <pc:spChg chg="mod">
          <ac:chgData name="Tobias de Cock" userId="74095abf1f8f7986" providerId="LiveId" clId="{6CA3D613-126E-44D0-8891-B7ECF4335DC9}" dt="2026-05-17T16:47:06.762" v="885" actId="20577"/>
          <ac:spMkLst>
            <pc:docMk/>
            <pc:sldMk cId="1631260291" sldId="256"/>
            <ac:spMk id="6" creationId="{75A5A8A8-C19D-0F38-1307-604062B341FE}"/>
          </ac:spMkLst>
        </pc:spChg>
        <pc:spChg chg="del">
          <ac:chgData name="Tobias de Cock" userId="74095abf1f8f7986" providerId="LiveId" clId="{6CA3D613-126E-44D0-8891-B7ECF4335DC9}" dt="2026-05-17T16:22:38.236" v="50" actId="478"/>
          <ac:spMkLst>
            <pc:docMk/>
            <pc:sldMk cId="1631260291" sldId="256"/>
            <ac:spMk id="7" creationId="{182C3A3A-6252-CC8B-5537-3B067F8C112A}"/>
          </ac:spMkLst>
        </pc:spChg>
        <pc:spChg chg="mod">
          <ac:chgData name="Tobias de Cock" userId="74095abf1f8f7986" providerId="LiveId" clId="{6CA3D613-126E-44D0-8891-B7ECF4335DC9}" dt="2026-05-18T12:22:39.944" v="1034" actId="20577"/>
          <ac:spMkLst>
            <pc:docMk/>
            <pc:sldMk cId="1631260291" sldId="256"/>
            <ac:spMk id="9" creationId="{92C232B5-1E0E-ADAC-220A-118557C703BD}"/>
          </ac:spMkLst>
        </pc:spChg>
        <pc:spChg chg="mod">
          <ac:chgData name="Tobias de Cock" userId="74095abf1f8f7986" providerId="LiveId" clId="{6CA3D613-126E-44D0-8891-B7ECF4335DC9}" dt="2026-05-18T12:44:47.639" v="1689" actId="20577"/>
          <ac:spMkLst>
            <pc:docMk/>
            <pc:sldMk cId="1631260291" sldId="256"/>
            <ac:spMk id="10" creationId="{EEC861E3-4293-261B-8470-7D810DEF75E7}"/>
          </ac:spMkLst>
        </pc:spChg>
        <pc:spChg chg="mod">
          <ac:chgData name="Tobias de Cock" userId="74095abf1f8f7986" providerId="LiveId" clId="{6CA3D613-126E-44D0-8891-B7ECF4335DC9}" dt="2026-05-17T15:41:29.733" v="42" actId="255"/>
          <ac:spMkLst>
            <pc:docMk/>
            <pc:sldMk cId="1631260291" sldId="256"/>
            <ac:spMk id="13" creationId="{ED759B63-C847-80C1-30B5-B6ED7A60C236}"/>
          </ac:spMkLst>
        </pc:spChg>
        <pc:spChg chg="mod">
          <ac:chgData name="Tobias de Cock" userId="74095abf1f8f7986" providerId="LiveId" clId="{6CA3D613-126E-44D0-8891-B7ECF4335DC9}" dt="2026-05-18T12:29:25.990" v="1126" actId="1076"/>
          <ac:spMkLst>
            <pc:docMk/>
            <pc:sldMk cId="1631260291" sldId="256"/>
            <ac:spMk id="38" creationId="{B039DC59-8B27-C6AE-F950-07622A303ABE}"/>
          </ac:spMkLst>
        </pc:spChg>
        <pc:spChg chg="mod">
          <ac:chgData name="Tobias de Cock" userId="74095abf1f8f7986" providerId="LiveId" clId="{6CA3D613-126E-44D0-8891-B7ECF4335DC9}" dt="2026-05-17T15:37:07.398" v="6" actId="14100"/>
          <ac:spMkLst>
            <pc:docMk/>
            <pc:sldMk cId="1631260291" sldId="256"/>
            <ac:spMk id="43" creationId="{03457626-FDEA-D7AF-4DE0-5E7B18C81CB1}"/>
          </ac:spMkLst>
        </pc:spChg>
        <pc:spChg chg="mod">
          <ac:chgData name="Tobias de Cock" userId="74095abf1f8f7986" providerId="LiveId" clId="{6CA3D613-126E-44D0-8891-B7ECF4335DC9}" dt="2026-05-17T16:29:06.979" v="265" actId="1076"/>
          <ac:spMkLst>
            <pc:docMk/>
            <pc:sldMk cId="1631260291" sldId="256"/>
            <ac:spMk id="47" creationId="{5C947FBF-1ECA-BFC4-9160-8E6DDA7EBFF4}"/>
          </ac:spMkLst>
        </pc:spChg>
        <pc:spChg chg="mod">
          <ac:chgData name="Tobias de Cock" userId="74095abf1f8f7986" providerId="LiveId" clId="{6CA3D613-126E-44D0-8891-B7ECF4335DC9}" dt="2026-05-17T16:44:28.054" v="821" actId="20577"/>
          <ac:spMkLst>
            <pc:docMk/>
            <pc:sldMk cId="1631260291" sldId="256"/>
            <ac:spMk id="51" creationId="{2B0218E8-BF5D-8A0F-E683-278157EA5EF5}"/>
          </ac:spMkLst>
        </pc:spChg>
        <pc:spChg chg="mod">
          <ac:chgData name="Tobias de Cock" userId="74095abf1f8f7986" providerId="LiveId" clId="{6CA3D613-126E-44D0-8891-B7ECF4335DC9}" dt="2026-05-17T16:37:27.861" v="527" actId="14100"/>
          <ac:spMkLst>
            <pc:docMk/>
            <pc:sldMk cId="1631260291" sldId="256"/>
            <ac:spMk id="72" creationId="{ACF80A8F-DEC9-6010-BB3D-BD6774C81B3E}"/>
          </ac:spMkLst>
        </pc:spChg>
        <pc:spChg chg="mod">
          <ac:chgData name="Tobias de Cock" userId="74095abf1f8f7986" providerId="LiveId" clId="{6CA3D613-126E-44D0-8891-B7ECF4335DC9}" dt="2026-05-18T12:51:48.253" v="1916" actId="20577"/>
          <ac:spMkLst>
            <pc:docMk/>
            <pc:sldMk cId="1631260291" sldId="256"/>
            <ac:spMk id="81" creationId="{B443C48D-509F-9554-A716-3712A4A284E5}"/>
          </ac:spMkLst>
        </pc:spChg>
        <pc:graphicFrameChg chg="mod modGraphic">
          <ac:chgData name="Tobias de Cock" userId="74095abf1f8f7986" providerId="LiveId" clId="{6CA3D613-126E-44D0-8891-B7ECF4335DC9}" dt="2026-05-18T12:46:07.019" v="1752" actId="20577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picChg chg="add del mod">
          <ac:chgData name="Tobias de Cock" userId="74095abf1f8f7986" providerId="LiveId" clId="{6CA3D613-126E-44D0-8891-B7ECF4335DC9}" dt="2026-05-17T17:07:07.833" v="1006" actId="478"/>
          <ac:picMkLst>
            <pc:docMk/>
            <pc:sldMk cId="1631260291" sldId="256"/>
            <ac:picMk id="7" creationId="{8AD46BA4-7459-E692-8DCB-F3D90CAAEBC4}"/>
          </ac:picMkLst>
        </pc:picChg>
        <pc:picChg chg="add del mod">
          <ac:chgData name="Tobias de Cock" userId="74095abf1f8f7986" providerId="LiveId" clId="{6CA3D613-126E-44D0-8891-B7ECF4335DC9}" dt="2026-05-17T17:07:05.491" v="1004" actId="478"/>
          <ac:picMkLst>
            <pc:docMk/>
            <pc:sldMk cId="1631260291" sldId="256"/>
            <ac:picMk id="18" creationId="{587D1E60-93D2-E827-EF0F-C1345342DB9A}"/>
          </ac:picMkLst>
        </pc:picChg>
        <pc:picChg chg="add del mod">
          <ac:chgData name="Tobias de Cock" userId="74095abf1f8f7986" providerId="LiveId" clId="{6CA3D613-126E-44D0-8891-B7ECF4335DC9}" dt="2026-05-17T17:07:06.610" v="1005" actId="478"/>
          <ac:picMkLst>
            <pc:docMk/>
            <pc:sldMk cId="1631260291" sldId="256"/>
            <ac:picMk id="21" creationId="{CD3548CB-9F57-BB34-B1F4-9BA85ACF16F0}"/>
          </ac:picMkLst>
        </pc:picChg>
        <pc:picChg chg="add del mod">
          <ac:chgData name="Tobias de Cock" userId="74095abf1f8f7986" providerId="LiveId" clId="{6CA3D613-126E-44D0-8891-B7ECF4335DC9}" dt="2026-05-17T16:16:27.593" v="46" actId="478"/>
          <ac:picMkLst>
            <pc:docMk/>
            <pc:sldMk cId="1631260291" sldId="256"/>
            <ac:picMk id="24" creationId="{731DE547-645B-25AA-2E63-A0A0D6446EFF}"/>
          </ac:picMkLst>
        </pc:picChg>
        <pc:picChg chg="add del mod">
          <ac:chgData name="Tobias de Cock" userId="74095abf1f8f7986" providerId="LiveId" clId="{6CA3D613-126E-44D0-8891-B7ECF4335DC9}" dt="2026-05-17T17:10:01.224" v="1020" actId="478"/>
          <ac:picMkLst>
            <pc:docMk/>
            <pc:sldMk cId="1631260291" sldId="256"/>
            <ac:picMk id="25" creationId="{182F80B8-9557-17E8-B7A6-D08083839A47}"/>
          </ac:picMkLst>
        </pc:picChg>
        <pc:picChg chg="add del mod">
          <ac:chgData name="Tobias de Cock" userId="74095abf1f8f7986" providerId="LiveId" clId="{6CA3D613-126E-44D0-8891-B7ECF4335DC9}" dt="2026-05-17T17:09:39.295" v="1016" actId="478"/>
          <ac:picMkLst>
            <pc:docMk/>
            <pc:sldMk cId="1631260291" sldId="256"/>
            <ac:picMk id="26" creationId="{852A3207-F592-37E5-BE26-31915EFF35A9}"/>
          </ac:picMkLst>
        </pc:picChg>
        <pc:picChg chg="add mod">
          <ac:chgData name="Tobias de Cock" userId="74095abf1f8f7986" providerId="LiveId" clId="{6CA3D613-126E-44D0-8891-B7ECF4335DC9}" dt="2026-05-17T17:12:44.054" v="1031" actId="14100"/>
          <ac:picMkLst>
            <pc:docMk/>
            <pc:sldMk cId="1631260291" sldId="256"/>
            <ac:picMk id="28" creationId="{81D6B83C-5842-E5B0-D913-111BD46C8DC1}"/>
          </ac:picMkLst>
        </pc:picChg>
        <pc:picChg chg="add mod">
          <ac:chgData name="Tobias de Cock" userId="74095abf1f8f7986" providerId="LiveId" clId="{6CA3D613-126E-44D0-8891-B7ECF4335DC9}" dt="2026-05-17T17:10:05.192" v="1021" actId="1076"/>
          <ac:picMkLst>
            <pc:docMk/>
            <pc:sldMk cId="1631260291" sldId="256"/>
            <ac:picMk id="30" creationId="{A53BF8A8-1E80-08BE-5B95-28ABA1130BFA}"/>
          </ac:picMkLst>
        </pc:picChg>
        <pc:picChg chg="add mod">
          <ac:chgData name="Tobias de Cock" userId="74095abf1f8f7986" providerId="LiveId" clId="{6CA3D613-126E-44D0-8891-B7ECF4335DC9}" dt="2026-05-17T17:12:49.593" v="1032" actId="14100"/>
          <ac:picMkLst>
            <pc:docMk/>
            <pc:sldMk cId="1631260291" sldId="256"/>
            <ac:picMk id="32" creationId="{B159EC36-2432-212A-875E-29EBA97128F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D2EB66-73ED-4501-88BB-5CA3983A06A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3625" y="1279525"/>
            <a:ext cx="2438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45D65C-AA27-466F-A034-108F1846189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47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3200" b="1" dirty="0"/>
                  <a:t>Results</a:t>
                </a:r>
                <a:r>
                  <a:rPr lang="en-US" dirty="0"/>
                  <a:t> </a:t>
                </a:r>
              </a:p>
              <a:p>
                <a:r>
                  <a:rPr kumimoji="0" 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1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izenplatzhalt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3200" b="1" dirty="0"/>
                  <a:t>Results</a:t>
                </a:r>
                <a:r>
                  <a:rPr lang="en-US" dirty="0"/>
                  <a:t> </a:t>
                </a:r>
              </a:p>
              <a:p>
                <a:r>
                  <a:rPr kumimoji="0" lang="en-US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:r>
                  <a:rPr kumimoji="0" 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+mn-ea"/>
                    <a:cs typeface="+mn-cs"/>
                  </a:rPr>
                  <a:t>𝑒=0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1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45D65C-AA27-466F-A034-108F184618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494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hyperlink" Target="https://docs.google.com/document/d/1ErDZZfujzntHETMSgQSOBVT8KwdOdwoYPcd62I_y2oY/edit?usp=sharing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png"/><Relationship Id="rId10" Type="http://schemas.openxmlformats.org/officeDocument/2006/relationships/image" Target="../media/image7.svg"/><Relationship Id="rId4" Type="http://schemas.openxmlformats.org/officeDocument/2006/relationships/image" Target="../media/image1.sv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77969D52-DE5C-42BF-121B-27045EB0367C}"/>
              </a:ext>
            </a:extLst>
          </p:cNvPr>
          <p:cNvSpPr/>
          <p:nvPr/>
        </p:nvSpPr>
        <p:spPr>
          <a:xfrm>
            <a:off x="105077" y="17783672"/>
            <a:ext cx="20874503" cy="63858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355398">
            <a:off x="-4251929" y="6888166"/>
            <a:ext cx="18307299" cy="10062396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277079" y="7101030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6105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463367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50507" y="4073185"/>
            <a:ext cx="12817843" cy="36625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When observing stars, we only find those that are significantly detectible with our current detection methods. This introduces a bias in the acquired data. The goal of this research project is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to quantify that bias.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098663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find the theoretical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PDF’s of each parameter and compare its prediction to the data from the database. This is then plotted as the difference and represents the bias.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0998518" y="13906592"/>
            <a:ext cx="2922575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4293390"/>
            <a:ext cx="12768766" cy="298543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For spectroscopic binaries we find more circular orbits, as their RV curve is easiest to detect.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visual binaries are strongly dependent on the period bias. This bias was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3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binary star catalogues of the binary star database,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</a:t>
            </a:r>
            <a:r>
              <a:rPr kumimoji="0" 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analyse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707128" y="12106592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323396"/>
            <a:ext cx="1526340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Garamond" panose="02020404030301010803" pitchFamily="18" charset="0"/>
              </a:rPr>
              <a:t>Authors: Tobias de Cock (s4438361) , Elja Meuter (s4500229), Damian </a:t>
            </a:r>
            <a:r>
              <a:rPr lang="en-US" sz="2600" dirty="0" err="1">
                <a:latin typeface="Garamond" panose="02020404030301010803" pitchFamily="18" charset="0"/>
              </a:rPr>
              <a:t>Sloos</a:t>
            </a:r>
            <a:r>
              <a:rPr lang="en-US" sz="2600" dirty="0">
                <a:latin typeface="Garamond" panose="02020404030301010803" pitchFamily="18" charset="0"/>
              </a:rPr>
              <a:t> (s4406435),  Wouter de Wit (s3519767)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796223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28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28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28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nl-NL" sz="2800" b="0" i="1" smtClean="0">
                                            <a:solidFill>
                                              <a:srgbClr val="2A2A2A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days</m:t>
                                    </m:r>
                                    <m:r>
                                      <a:rPr lang="nl-NL" sz="2800" b="0" i="1" smtClean="0">
                                        <a:solidFill>
                                          <a:srgbClr val="2A2A2A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])</m:t>
                                    </m:r>
                                  </m:e>
                                </m:d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nl-NL" sz="2800" b="0" i="1" smtClean="0">
                                    <a:solidFill>
                                      <a:srgbClr val="2A2A2A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 </m:t>
                                </m:r>
                                <m:r>
                                  <m:rPr>
                                    <m:nor/>
                                  </m:rPr>
                                  <a:rPr lang="nl-NL" sz="2800" smtClean="0"/>
                                  <m:t>N</m:t>
                                </m:r>
                                <m:r>
                                  <m:rPr>
                                    <m:nor/>
                                  </m:rPr>
                                  <a:rPr lang="nl-NL" sz="2800" b="0" i="0" smtClean="0"/>
                                  <m:t>(4.8,2.3)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i="0" dirty="0">
                              <a:solidFill>
                                <a:srgbClr val="2A2A2A"/>
                              </a:solidFill>
                              <a:effectLst/>
                              <a:latin typeface="Garamond" panose="02020404030301010803" pitchFamily="18" charset="0"/>
                            </a:rPr>
                            <a:t>Combination of PDF’s of different types </a:t>
                          </a:r>
                        </a:p>
                        <a:p>
                          <a:pPr algn="ctr"/>
                          <a:r>
                            <a:rPr lang="en-US" sz="3200" b="0" i="0" dirty="0">
                              <a:solidFill>
                                <a:srgbClr val="2A2A2A"/>
                              </a:solidFill>
                              <a:effectLst/>
                              <a:latin typeface="Garamond" panose="02020404030301010803" pitchFamily="18" charset="0"/>
                            </a:rPr>
                            <a:t>of stars</a:t>
                          </a: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796223"/>
                  </p:ext>
                </p:extLst>
              </p:nvPr>
            </p:nvGraphicFramePr>
            <p:xfrm>
              <a:off x="158388" y="10824523"/>
              <a:ext cx="11749341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3661426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8087915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(e)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7"/>
                          <a:stretch>
                            <a:fillRect l="-45256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(P)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7"/>
                          <a:stretch>
                            <a:fillRect l="-45256" t="-312963" b="-5509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</a:t>
                          </a:r>
                        </a:p>
                        <a:p>
                          <a:pPr algn="ctr"/>
                          <a:r>
                            <a:rPr lang="en-US" sz="3200" b="0" dirty="0"/>
                            <a:t>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i="0" dirty="0">
                              <a:solidFill>
                                <a:srgbClr val="2A2A2A"/>
                              </a:solidFill>
                              <a:effectLst/>
                              <a:latin typeface="Garamond" panose="02020404030301010803" pitchFamily="18" charset="0"/>
                            </a:rPr>
                            <a:t>Combination of PDF’s of different types </a:t>
                          </a:r>
                        </a:p>
                        <a:p>
                          <a:pPr algn="ctr"/>
                          <a:r>
                            <a:rPr lang="en-US" sz="3200" b="0" i="0" dirty="0">
                              <a:solidFill>
                                <a:srgbClr val="2A2A2A"/>
                              </a:solidFill>
                              <a:effectLst/>
                              <a:latin typeface="Garamond" panose="02020404030301010803" pitchFamily="18" charset="0"/>
                            </a:rPr>
                            <a:t>of stars</a:t>
                          </a: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(a)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(q)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 marL="92354" marR="9235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67933" y="23257475"/>
            <a:ext cx="207060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2400" dirty="0">
                <a:solidFill>
                  <a:srgbClr val="000000"/>
                </a:solidFill>
                <a:latin typeface="Garamond" panose="02020404030301010803" pitchFamily="18" charset="0"/>
              </a:rPr>
              <a:t>. Observational and theoretical distributions for the BDB. The upper plot shows the expected and the theoretical distribution. The residual probabilities is the observational bias for each parameter. The x axis indicates which parameter is evaluated. </a:t>
            </a:r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>
            <a:off x="-19713425" y="16518739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EC861E3-4293-261B-8470-7D810DEF75E7}"/>
              </a:ext>
            </a:extLst>
          </p:cNvPr>
          <p:cNvSpPr txBox="1"/>
          <p:nvPr/>
        </p:nvSpPr>
        <p:spPr>
          <a:xfrm>
            <a:off x="5135880" y="14828022"/>
            <a:ext cx="158758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Garamond" panose="02020404030301010803" pitchFamily="18" charset="0"/>
              </a:rPr>
              <a:t>											The Binary Star </a:t>
            </a:r>
            <a:r>
              <a:rPr lang="en-US" sz="2800" dirty="0" err="1">
                <a:solidFill>
                  <a:prstClr val="black"/>
                </a:solidFill>
                <a:latin typeface="Garamond" panose="02020404030301010803" pitchFamily="18" charset="0"/>
              </a:rPr>
              <a:t>DataBase</a:t>
            </a:r>
            <a:r>
              <a:rPr lang="en-US" sz="2800" dirty="0">
                <a:solidFill>
                  <a:prstClr val="black"/>
                </a:solidFill>
                <a:latin typeface="Garamond" panose="02020404030301010803" pitchFamily="18" charset="0"/>
              </a:rPr>
              <a:t> (BDB) shows various observational biases </a:t>
            </a:r>
          </a:p>
          <a:p>
            <a:r>
              <a:rPr lang="en-US" sz="2800" dirty="0">
                <a:solidFill>
                  <a:prstClr val="black"/>
                </a:solidFill>
                <a:latin typeface="Garamond" panose="02020404030301010803" pitchFamily="18" charset="0"/>
              </a:rPr>
              <a:t>									(Fig. 1): short periods (&lt;10^1.7) and high mass ratios (&gt;0.5) are overrepresented, 								while circular orbits are strongly </a:t>
            </a:r>
            <a:r>
              <a:rPr lang="en-US" sz="2800" dirty="0" err="1">
                <a:solidFill>
                  <a:prstClr val="black"/>
                </a:solidFill>
                <a:latin typeface="Garamond" panose="02020404030301010803" pitchFamily="18" charset="0"/>
              </a:rPr>
              <a:t>favoured</a:t>
            </a:r>
            <a:r>
              <a:rPr lang="en-US" sz="2800" dirty="0">
                <a:solidFill>
                  <a:prstClr val="black"/>
                </a:solidFill>
                <a:latin typeface="Garamond" panose="02020404030301010803" pitchFamily="18" charset="0"/>
              </a:rPr>
              <a:t>. These biases arise because long-period systems 					and faint companions are harder to detect.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23964900" y="16296824"/>
            <a:ext cx="4357930" cy="1486848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2023266" cy="2908793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Grafik 13">
            <a:extLst>
              <a:ext uri="{FF2B5EF4-FFF2-40B4-BE49-F238E27FC236}">
                <a16:creationId xmlns:a16="http://schemas.microsoft.com/office/drawing/2014/main" id="{CE8CF416-836D-AFEE-A1C3-3C92DDBF7B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483645" y="17886562"/>
            <a:ext cx="4237604" cy="5103645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A130629-8A6B-D6BC-8480-73A945782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6133" r="6582"/>
          <a:stretch>
            <a:fillRect/>
          </a:stretch>
        </p:blipFill>
        <p:spPr>
          <a:xfrm>
            <a:off x="7895662" y="17906015"/>
            <a:ext cx="4909197" cy="5061600"/>
          </a:xfrm>
          <a:prstGeom prst="rect">
            <a:avLst/>
          </a:prstGeom>
        </p:spPr>
      </p:pic>
      <p:pic>
        <p:nvPicPr>
          <p:cNvPr id="21" name="Graphic 27">
            <a:extLst>
              <a:ext uri="{FF2B5EF4-FFF2-40B4-BE49-F238E27FC236}">
                <a16:creationId xmlns:a16="http://schemas.microsoft.com/office/drawing/2014/main" id="{D1644647-075B-DFB4-CE0E-B4BEBDE89E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6188"/>
          <a:stretch>
            <a:fillRect/>
          </a:stretch>
        </p:blipFill>
        <p:spPr>
          <a:xfrm>
            <a:off x="4166566" y="17896090"/>
            <a:ext cx="4351973" cy="5103312"/>
          </a:xfrm>
          <a:prstGeom prst="rect">
            <a:avLst/>
          </a:prstGeom>
        </p:spPr>
      </p:pic>
      <p:pic>
        <p:nvPicPr>
          <p:cNvPr id="24" name="Graphic 29">
            <a:extLst>
              <a:ext uri="{FF2B5EF4-FFF2-40B4-BE49-F238E27FC236}">
                <a16:creationId xmlns:a16="http://schemas.microsoft.com/office/drawing/2014/main" id="{6D2E5C82-84B6-5B08-A829-953CBFFCA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6188"/>
          <a:stretch>
            <a:fillRect/>
          </a:stretch>
        </p:blipFill>
        <p:spPr>
          <a:xfrm>
            <a:off x="193474" y="17896089"/>
            <a:ext cx="4351973" cy="5103311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EA8F6643-E188-E9B9-4278-A3D486B64E53}"/>
              </a:ext>
            </a:extLst>
          </p:cNvPr>
          <p:cNvSpPr/>
          <p:nvPr/>
        </p:nvSpPr>
        <p:spPr>
          <a:xfrm>
            <a:off x="16747556" y="17896089"/>
            <a:ext cx="4062092" cy="51036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/>
              <a:t>Semi major axis plot</a:t>
            </a:r>
          </a:p>
        </p:txBody>
      </p:sp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4C8B8DA4-8A9F-A571-8BDA-5BE0C92907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356506" y="10231452"/>
            <a:ext cx="4573344" cy="5508000"/>
          </a:xfrm>
          <a:prstGeom prst="rect">
            <a:avLst/>
          </a:prstGeom>
        </p:spPr>
      </p:pic>
      <p:pic>
        <p:nvPicPr>
          <p:cNvPr id="8" name="Graphic 31">
            <a:extLst>
              <a:ext uri="{FF2B5EF4-FFF2-40B4-BE49-F238E27FC236}">
                <a16:creationId xmlns:a16="http://schemas.microsoft.com/office/drawing/2014/main" id="{308E6AF5-BDC0-98E6-7276-17E80AE90D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19"/>
          <a:stretch>
            <a:fillRect/>
          </a:stretch>
        </p:blipFill>
        <p:spPr>
          <a:xfrm>
            <a:off x="9202316" y="10231454"/>
            <a:ext cx="4424149" cy="532702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86EE84D-1E69-4CF1-4E7A-B2F327A94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Graphic 27">
            <a:extLst>
              <a:ext uri="{FF2B5EF4-FFF2-40B4-BE49-F238E27FC236}">
                <a16:creationId xmlns:a16="http://schemas.microsoft.com/office/drawing/2014/main" id="{B4A84105-F697-6038-FA53-883DE08304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6188"/>
          <a:stretch>
            <a:fillRect/>
          </a:stretch>
        </p:blipFill>
        <p:spPr>
          <a:xfrm>
            <a:off x="4725567" y="10240979"/>
            <a:ext cx="4696774" cy="5507641"/>
          </a:xfrm>
          <a:prstGeom prst="rect">
            <a:avLst/>
          </a:prstGeom>
        </p:spPr>
      </p:pic>
      <p:pic>
        <p:nvPicPr>
          <p:cNvPr id="7" name="Graphic 29">
            <a:extLst>
              <a:ext uri="{FF2B5EF4-FFF2-40B4-BE49-F238E27FC236}">
                <a16:creationId xmlns:a16="http://schemas.microsoft.com/office/drawing/2014/main" id="{B005335D-76EF-FEBD-F9F4-737A0A4E4C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188"/>
          <a:stretch>
            <a:fillRect/>
          </a:stretch>
        </p:blipFill>
        <p:spPr>
          <a:xfrm>
            <a:off x="438150" y="10240979"/>
            <a:ext cx="4696774" cy="550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512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</TotalTime>
  <Words>637</Words>
  <Application>Microsoft Office PowerPoint</Application>
  <PresentationFormat>Aangepast</PresentationFormat>
  <Paragraphs>59</Paragraphs>
  <Slides>2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Garamond</vt:lpstr>
      <vt:lpstr>Office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Tobias de Cock</cp:lastModifiedBy>
  <cp:revision>1</cp:revision>
  <cp:lastPrinted>2026-05-08T11:07:59Z</cp:lastPrinted>
  <dcterms:created xsi:type="dcterms:W3CDTF">2026-05-07T08:35:58Z</dcterms:created>
  <dcterms:modified xsi:type="dcterms:W3CDTF">2026-05-18T12:51:58Z</dcterms:modified>
</cp:coreProperties>
</file>