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EBE2"/>
    <a:srgbClr val="F5F5DC"/>
    <a:srgbClr val="333333"/>
    <a:srgbClr val="56787A"/>
    <a:srgbClr val="77A6A9"/>
    <a:srgbClr val="963C31"/>
    <a:srgbClr val="C24D3F"/>
    <a:srgbClr val="E1CCAD"/>
    <a:srgbClr val="0141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1DFCA6-C4A5-40AC-B792-0C93A456EA9E}" v="345" dt="2026-05-17T16:55:04.1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50" d="100"/>
          <a:sy n="50" d="100"/>
        </p:scale>
        <p:origin x="490" y="-46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ja Meuter" userId="b1e1bb923a19bf75" providerId="LiveId" clId="{D71E6ABD-519B-41F0-9374-E926C1080144}"/>
    <pc:docChg chg="undo redo custSel addSld delSld modSld">
      <pc:chgData name="Elja Meuter" userId="b1e1bb923a19bf75" providerId="LiveId" clId="{D71E6ABD-519B-41F0-9374-E926C1080144}" dt="2026-05-15T06:50:52.234" v="9184" actId="255"/>
      <pc:docMkLst>
        <pc:docMk/>
      </pc:docMkLst>
      <pc:sldChg chg="addSp delSp modSp mod setBg">
        <pc:chgData name="Elja Meuter" userId="b1e1bb923a19bf75" providerId="LiveId" clId="{D71E6ABD-519B-41F0-9374-E926C1080144}" dt="2026-05-15T06:50:52.234" v="9184" actId="255"/>
        <pc:sldMkLst>
          <pc:docMk/>
          <pc:sldMk cId="1631260291" sldId="256"/>
        </pc:sldMkLst>
        <pc:spChg chg="add mod">
          <ac:chgData name="Elja Meuter" userId="b1e1bb923a19bf75" providerId="LiveId" clId="{D71E6ABD-519B-41F0-9374-E926C1080144}" dt="2026-05-15T06:46:59.220" v="9021" actId="1076"/>
          <ac:spMkLst>
            <pc:docMk/>
            <pc:sldMk cId="1631260291" sldId="256"/>
            <ac:spMk id="2" creationId="{257CDFF9-337C-562C-2BEA-4394DD69AA20}"/>
          </ac:spMkLst>
        </pc:spChg>
        <pc:spChg chg="add mod">
          <ac:chgData name="Elja Meuter" userId="b1e1bb923a19bf75" providerId="LiveId" clId="{D71E6ABD-519B-41F0-9374-E926C1080144}" dt="2026-05-14T18:34:35.344" v="8512" actId="1076"/>
          <ac:spMkLst>
            <pc:docMk/>
            <pc:sldMk cId="1631260291" sldId="256"/>
            <ac:spMk id="4" creationId="{3526855B-9F99-BDFF-14A5-A48A03F5DA01}"/>
          </ac:spMkLst>
        </pc:spChg>
        <pc:spChg chg="add mod">
          <ac:chgData name="Elja Meuter" userId="b1e1bb923a19bf75" providerId="LiveId" clId="{D71E6ABD-519B-41F0-9374-E926C1080144}" dt="2026-05-14T18:31:50.712" v="8489" actId="14100"/>
          <ac:spMkLst>
            <pc:docMk/>
            <pc:sldMk cId="1631260291" sldId="256"/>
            <ac:spMk id="6" creationId="{75A5A8A8-C19D-0F38-1307-604062B341FE}"/>
          </ac:spMkLst>
        </pc:spChg>
        <pc:spChg chg="add mod">
          <ac:chgData name="Elja Meuter" userId="b1e1bb923a19bf75" providerId="LiveId" clId="{D71E6ABD-519B-41F0-9374-E926C1080144}" dt="2026-05-15T06:50:52.234" v="9184" actId="255"/>
          <ac:spMkLst>
            <pc:docMk/>
            <pc:sldMk cId="1631260291" sldId="256"/>
            <ac:spMk id="8" creationId="{411274EE-0C89-D8DC-D78E-D77A17C682A3}"/>
          </ac:spMkLst>
        </pc:spChg>
        <pc:spChg chg="add mod">
          <ac:chgData name="Elja Meuter" userId="b1e1bb923a19bf75" providerId="LiveId" clId="{D71E6ABD-519B-41F0-9374-E926C1080144}" dt="2026-05-14T18:31:34.271" v="8456" actId="1036"/>
          <ac:spMkLst>
            <pc:docMk/>
            <pc:sldMk cId="1631260291" sldId="256"/>
            <ac:spMk id="9" creationId="{92C232B5-1E0E-ADAC-220A-118557C703BD}"/>
          </ac:spMkLst>
        </pc:spChg>
        <pc:spChg chg="add mod">
          <ac:chgData name="Elja Meuter" userId="b1e1bb923a19bf75" providerId="LiveId" clId="{D71E6ABD-519B-41F0-9374-E926C1080144}" dt="2026-05-15T06:49:32.147" v="9162" actId="113"/>
          <ac:spMkLst>
            <pc:docMk/>
            <pc:sldMk cId="1631260291" sldId="256"/>
            <ac:spMk id="10" creationId="{EEC861E3-4293-261B-8470-7D810DEF75E7}"/>
          </ac:spMkLst>
        </pc:spChg>
        <pc:spChg chg="add mod">
          <ac:chgData name="Elja Meuter" userId="b1e1bb923a19bf75" providerId="LiveId" clId="{D71E6ABD-519B-41F0-9374-E926C1080144}" dt="2026-05-15T06:48:17.201" v="9081" actId="1076"/>
          <ac:spMkLst>
            <pc:docMk/>
            <pc:sldMk cId="1631260291" sldId="256"/>
            <ac:spMk id="11" creationId="{DE0F863F-84E9-EDE3-B277-A75B7AC18A11}"/>
          </ac:spMkLst>
        </pc:spChg>
        <pc:spChg chg="add mod">
          <ac:chgData name="Elja Meuter" userId="b1e1bb923a19bf75" providerId="LiveId" clId="{D71E6ABD-519B-41F0-9374-E926C1080144}" dt="2026-05-15T06:50:18.243" v="9172" actId="1035"/>
          <ac:spMkLst>
            <pc:docMk/>
            <pc:sldMk cId="1631260291" sldId="256"/>
            <ac:spMk id="12" creationId="{D360F485-59C6-689F-22F4-1828217D52C6}"/>
          </ac:spMkLst>
        </pc:spChg>
        <pc:spChg chg="add mod">
          <ac:chgData name="Elja Meuter" userId="b1e1bb923a19bf75" providerId="LiveId" clId="{D71E6ABD-519B-41F0-9374-E926C1080144}" dt="2026-05-14T18:32:22.477" v="8493" actId="255"/>
          <ac:spMkLst>
            <pc:docMk/>
            <pc:sldMk cId="1631260291" sldId="256"/>
            <ac:spMk id="13" creationId="{ED759B63-C847-80C1-30B5-B6ED7A60C236}"/>
          </ac:spMkLst>
        </pc:spChg>
        <pc:spChg chg="add mod">
          <ac:chgData name="Elja Meuter" userId="b1e1bb923a19bf75" providerId="LiveId" clId="{D71E6ABD-519B-41F0-9374-E926C1080144}" dt="2026-05-15T06:49:08.430" v="9157" actId="1076"/>
          <ac:spMkLst>
            <pc:docMk/>
            <pc:sldMk cId="1631260291" sldId="256"/>
            <ac:spMk id="22" creationId="{83868522-5080-F034-4FE0-9811D53FE160}"/>
          </ac:spMkLst>
        </pc:spChg>
        <pc:spChg chg="add mod ord">
          <ac:chgData name="Elja Meuter" userId="b1e1bb923a19bf75" providerId="LiveId" clId="{D71E6ABD-519B-41F0-9374-E926C1080144}" dt="2026-05-08T11:36:30.877" v="6635" actId="1076"/>
          <ac:spMkLst>
            <pc:docMk/>
            <pc:sldMk cId="1631260291" sldId="256"/>
            <ac:spMk id="38" creationId="{B039DC59-8B27-C6AE-F950-07622A303ABE}"/>
          </ac:spMkLst>
        </pc:spChg>
        <pc:spChg chg="add mod ord">
          <ac:chgData name="Elja Meuter" userId="b1e1bb923a19bf75" providerId="LiveId" clId="{D71E6ABD-519B-41F0-9374-E926C1080144}" dt="2026-05-15T06:43:40.331" v="8868" actId="1035"/>
          <ac:spMkLst>
            <pc:docMk/>
            <pc:sldMk cId="1631260291" sldId="256"/>
            <ac:spMk id="39" creationId="{6078CAB3-5FA3-247D-A3F8-4A33EFC8D7C5}"/>
          </ac:spMkLst>
        </pc:spChg>
        <pc:spChg chg="add mod">
          <ac:chgData name="Elja Meuter" userId="b1e1bb923a19bf75" providerId="LiveId" clId="{D71E6ABD-519B-41F0-9374-E926C1080144}" dt="2026-05-15T06:43:40.331" v="8868" actId="1035"/>
          <ac:spMkLst>
            <pc:docMk/>
            <pc:sldMk cId="1631260291" sldId="256"/>
            <ac:spMk id="40" creationId="{F27323A8-4E37-7C83-308C-B4A73170034C}"/>
          </ac:spMkLst>
        </pc:spChg>
        <pc:spChg chg="add mod">
          <ac:chgData name="Elja Meuter" userId="b1e1bb923a19bf75" providerId="LiveId" clId="{D71E6ABD-519B-41F0-9374-E926C1080144}" dt="2026-05-08T11:34:54.164" v="6614" actId="14100"/>
          <ac:spMkLst>
            <pc:docMk/>
            <pc:sldMk cId="1631260291" sldId="256"/>
            <ac:spMk id="41" creationId="{EBBD04DC-465B-1446-6DB1-EE54CD34F1F0}"/>
          </ac:spMkLst>
        </pc:spChg>
        <pc:spChg chg="add mod">
          <ac:chgData name="Elja Meuter" userId="b1e1bb923a19bf75" providerId="LiveId" clId="{D71E6ABD-519B-41F0-9374-E926C1080144}" dt="2026-05-08T08:05:05.862" v="1421" actId="14838"/>
          <ac:spMkLst>
            <pc:docMk/>
            <pc:sldMk cId="1631260291" sldId="256"/>
            <ac:spMk id="43" creationId="{03457626-FDEA-D7AF-4DE0-5E7B18C81CB1}"/>
          </ac:spMkLst>
        </pc:spChg>
        <pc:spChg chg="add mod">
          <ac:chgData name="Elja Meuter" userId="b1e1bb923a19bf75" providerId="LiveId" clId="{D71E6ABD-519B-41F0-9374-E926C1080144}" dt="2026-05-08T11:01:44.828" v="5199" actId="20577"/>
          <ac:spMkLst>
            <pc:docMk/>
            <pc:sldMk cId="1631260291" sldId="256"/>
            <ac:spMk id="45" creationId="{694D2F0C-11F7-33A7-CDD9-1BBD334156B6}"/>
          </ac:spMkLst>
        </pc:spChg>
        <pc:spChg chg="add mod">
          <ac:chgData name="Elja Meuter" userId="b1e1bb923a19bf75" providerId="LiveId" clId="{D71E6ABD-519B-41F0-9374-E926C1080144}" dt="2026-05-14T18:30:25.308" v="8412" actId="255"/>
          <ac:spMkLst>
            <pc:docMk/>
            <pc:sldMk cId="1631260291" sldId="256"/>
            <ac:spMk id="47" creationId="{5C947FBF-1ECA-BFC4-9160-8E6DDA7EBFF4}"/>
          </ac:spMkLst>
        </pc:spChg>
        <pc:spChg chg="add mod">
          <ac:chgData name="Elja Meuter" userId="b1e1bb923a19bf75" providerId="LiveId" clId="{D71E6ABD-519B-41F0-9374-E926C1080144}" dt="2026-05-14T18:31:44.412" v="8487" actId="14100"/>
          <ac:spMkLst>
            <pc:docMk/>
            <pc:sldMk cId="1631260291" sldId="256"/>
            <ac:spMk id="49" creationId="{88C5AEBA-A112-FD1B-09E6-C2287DC238E3}"/>
          </ac:spMkLst>
        </pc:spChg>
        <pc:spChg chg="add mod">
          <ac:chgData name="Elja Meuter" userId="b1e1bb923a19bf75" providerId="LiveId" clId="{D71E6ABD-519B-41F0-9374-E926C1080144}" dt="2026-05-15T06:50:10.357" v="9168" actId="1076"/>
          <ac:spMkLst>
            <pc:docMk/>
            <pc:sldMk cId="1631260291" sldId="256"/>
            <ac:spMk id="51" creationId="{2B0218E8-BF5D-8A0F-E683-278157EA5EF5}"/>
          </ac:spMkLst>
        </pc:spChg>
        <pc:spChg chg="add mod">
          <ac:chgData name="Elja Meuter" userId="b1e1bb923a19bf75" providerId="LiveId" clId="{D71E6ABD-519B-41F0-9374-E926C1080144}" dt="2026-05-15T06:49:42.863" v="9164" actId="1076"/>
          <ac:spMkLst>
            <pc:docMk/>
            <pc:sldMk cId="1631260291" sldId="256"/>
            <ac:spMk id="72" creationId="{ACF80A8F-DEC9-6010-BB3D-BD6774C81B3E}"/>
          </ac:spMkLst>
        </pc:spChg>
        <pc:spChg chg="add del mod">
          <ac:chgData name="Elja Meuter" userId="b1e1bb923a19bf75" providerId="LiveId" clId="{D71E6ABD-519B-41F0-9374-E926C1080144}" dt="2026-05-15T06:42:55.471" v="8840" actId="1076"/>
          <ac:spMkLst>
            <pc:docMk/>
            <pc:sldMk cId="1631260291" sldId="256"/>
            <ac:spMk id="81" creationId="{B443C48D-509F-9554-A716-3712A4A284E5}"/>
          </ac:spMkLst>
        </pc:spChg>
        <pc:spChg chg="add mod">
          <ac:chgData name="Elja Meuter" userId="b1e1bb923a19bf75" providerId="LiveId" clId="{D71E6ABD-519B-41F0-9374-E926C1080144}" dt="2026-05-15T06:42:49.956" v="8838" actId="1076"/>
          <ac:spMkLst>
            <pc:docMk/>
            <pc:sldMk cId="1631260291" sldId="256"/>
            <ac:spMk id="82" creationId="{EDBEE8A4-9524-7B70-8E91-5870476C097D}"/>
          </ac:spMkLst>
        </pc:spChg>
        <pc:graphicFrameChg chg="add mod modGraphic">
          <ac:chgData name="Elja Meuter" userId="b1e1bb923a19bf75" providerId="LiveId" clId="{D71E6ABD-519B-41F0-9374-E926C1080144}" dt="2026-05-15T06:50:32.225" v="9183" actId="14100"/>
          <ac:graphicFrameMkLst>
            <pc:docMk/>
            <pc:sldMk cId="1631260291" sldId="256"/>
            <ac:graphicFrameMk id="3" creationId="{94A2B041-0A3D-4469-7F39-F62F5BC2501A}"/>
          </ac:graphicFrameMkLst>
        </pc:graphicFrameChg>
        <pc:graphicFrameChg chg="add mod modGraphic">
          <ac:chgData name="Elja Meuter" userId="b1e1bb923a19bf75" providerId="LiveId" clId="{D71E6ABD-519B-41F0-9374-E926C1080144}" dt="2026-05-15T06:48:17.201" v="9081" actId="1076"/>
          <ac:graphicFrameMkLst>
            <pc:docMk/>
            <pc:sldMk cId="1631260291" sldId="256"/>
            <ac:graphicFrameMk id="16" creationId="{94399FEF-B43E-87CD-14AE-705E86E62D60}"/>
          </ac:graphicFrameMkLst>
        </pc:graphicFrameChg>
        <pc:picChg chg="add mod">
          <ac:chgData name="Elja Meuter" userId="b1e1bb923a19bf75" providerId="LiveId" clId="{D71E6ABD-519B-41F0-9374-E926C1080144}" dt="2026-05-08T11:07:05.910" v="5371" actId="2085"/>
          <ac:picMkLst>
            <pc:docMk/>
            <pc:sldMk cId="1631260291" sldId="256"/>
            <ac:picMk id="15" creationId="{B4A26CA4-34CA-DED0-A2B6-609667DB6946}"/>
          </ac:picMkLst>
        </pc:picChg>
        <pc:picChg chg="add mod">
          <ac:chgData name="Elja Meuter" userId="b1e1bb923a19bf75" providerId="LiveId" clId="{D71E6ABD-519B-41F0-9374-E926C1080144}" dt="2026-05-08T11:25:57.218" v="6227"/>
          <ac:picMkLst>
            <pc:docMk/>
            <pc:sldMk cId="1631260291" sldId="256"/>
            <ac:picMk id="20" creationId="{CBC2D1EC-58A7-8E38-5A62-5F95B4794C0D}"/>
          </ac:picMkLst>
        </pc:picChg>
        <pc:cxnChg chg="add mod">
          <ac:chgData name="Elja Meuter" userId="b1e1bb923a19bf75" providerId="LiveId" clId="{D71E6ABD-519B-41F0-9374-E926C1080144}" dt="2026-05-15T06:48:28.900" v="9084" actId="17032"/>
          <ac:cxnSpMkLst>
            <pc:docMk/>
            <pc:sldMk cId="1631260291" sldId="256"/>
            <ac:cxnSpMk id="17" creationId="{146FA7D4-817B-331F-243B-515CF96A3EFD}"/>
          </ac:cxnSpMkLst>
        </pc:cxnChg>
        <pc:cxnChg chg="add mod">
          <ac:chgData name="Elja Meuter" userId="b1e1bb923a19bf75" providerId="LiveId" clId="{D71E6ABD-519B-41F0-9374-E926C1080144}" dt="2026-05-15T06:48:39.050" v="9087" actId="1582"/>
          <ac:cxnSpMkLst>
            <pc:docMk/>
            <pc:sldMk cId="1631260291" sldId="256"/>
            <ac:cxnSpMk id="19" creationId="{A51CA63B-AE8B-C8DC-103F-AC70E390BA72}"/>
          </ac:cxnSpMkLst>
        </pc:cxnChg>
        <pc:cxnChg chg="add mod">
          <ac:chgData name="Elja Meuter" userId="b1e1bb923a19bf75" providerId="LiveId" clId="{D71E6ABD-519B-41F0-9374-E926C1080144}" dt="2026-05-15T06:49:18.085" v="9161" actId="14100"/>
          <ac:cxnSpMkLst>
            <pc:docMk/>
            <pc:sldMk cId="1631260291" sldId="256"/>
            <ac:cxnSpMk id="23" creationId="{87701C8F-B0BD-60F4-4A76-2E0CEE344469}"/>
          </ac:cxnSpMkLst>
        </pc:cxnChg>
      </pc:sldChg>
    </pc:docChg>
  </pc:docChgLst>
  <pc:docChgLst>
    <pc:chgData name="Tobias de Cock" userId="74095abf1f8f7986" providerId="LiveId" clId="{6CA3D613-126E-44D0-8891-B7ECF4335DC9}"/>
    <pc:docChg chg="undo custSel modSld">
      <pc:chgData name="Tobias de Cock" userId="74095abf1f8f7986" providerId="LiveId" clId="{6CA3D613-126E-44D0-8891-B7ECF4335DC9}" dt="2026-05-17T17:12:49.593" v="1032" actId="14100"/>
      <pc:docMkLst>
        <pc:docMk/>
      </pc:docMkLst>
      <pc:sldChg chg="addSp delSp modSp mod">
        <pc:chgData name="Tobias de Cock" userId="74095abf1f8f7986" providerId="LiveId" clId="{6CA3D613-126E-44D0-8891-B7ECF4335DC9}" dt="2026-05-17T17:12:49.593" v="1032" actId="14100"/>
        <pc:sldMkLst>
          <pc:docMk/>
          <pc:sldMk cId="1631260291" sldId="256"/>
        </pc:sldMkLst>
        <pc:spChg chg="mod">
          <ac:chgData name="Tobias de Cock" userId="74095abf1f8f7986" providerId="LiveId" clId="{6CA3D613-126E-44D0-8891-B7ECF4335DC9}" dt="2026-05-17T16:23:10.062" v="72" actId="6549"/>
          <ac:spMkLst>
            <pc:docMk/>
            <pc:sldMk cId="1631260291" sldId="256"/>
            <ac:spMk id="2" creationId="{257CDFF9-337C-562C-2BEA-4394DD69AA20}"/>
          </ac:spMkLst>
        </pc:spChg>
        <pc:spChg chg="del">
          <ac:chgData name="Tobias de Cock" userId="74095abf1f8f7986" providerId="LiveId" clId="{6CA3D613-126E-44D0-8891-B7ECF4335DC9}" dt="2026-05-17T16:22:41.047" v="52" actId="478"/>
          <ac:spMkLst>
            <pc:docMk/>
            <pc:sldMk cId="1631260291" sldId="256"/>
            <ac:spMk id="5" creationId="{9A9E46D5-1BC2-881E-D9E1-DEC90261713B}"/>
          </ac:spMkLst>
        </pc:spChg>
        <pc:spChg chg="mod">
          <ac:chgData name="Tobias de Cock" userId="74095abf1f8f7986" providerId="LiveId" clId="{6CA3D613-126E-44D0-8891-B7ECF4335DC9}" dt="2026-05-17T16:47:06.762" v="885" actId="20577"/>
          <ac:spMkLst>
            <pc:docMk/>
            <pc:sldMk cId="1631260291" sldId="256"/>
            <ac:spMk id="6" creationId="{75A5A8A8-C19D-0F38-1307-604062B341FE}"/>
          </ac:spMkLst>
        </pc:spChg>
        <pc:spChg chg="del">
          <ac:chgData name="Tobias de Cock" userId="74095abf1f8f7986" providerId="LiveId" clId="{6CA3D613-126E-44D0-8891-B7ECF4335DC9}" dt="2026-05-17T16:22:38.236" v="50" actId="478"/>
          <ac:spMkLst>
            <pc:docMk/>
            <pc:sldMk cId="1631260291" sldId="256"/>
            <ac:spMk id="7" creationId="{182C3A3A-6252-CC8B-5537-3B067F8C112A}"/>
          </ac:spMkLst>
        </pc:spChg>
        <pc:spChg chg="mod">
          <ac:chgData name="Tobias de Cock" userId="74095abf1f8f7986" providerId="LiveId" clId="{6CA3D613-126E-44D0-8891-B7ECF4335DC9}" dt="2026-05-17T15:41:29.733" v="42" actId="255"/>
          <ac:spMkLst>
            <pc:docMk/>
            <pc:sldMk cId="1631260291" sldId="256"/>
            <ac:spMk id="13" creationId="{ED759B63-C847-80C1-30B5-B6ED7A60C236}"/>
          </ac:spMkLst>
        </pc:spChg>
        <pc:spChg chg="mod">
          <ac:chgData name="Tobias de Cock" userId="74095abf1f8f7986" providerId="LiveId" clId="{6CA3D613-126E-44D0-8891-B7ECF4335DC9}" dt="2026-05-17T15:37:07.398" v="6" actId="14100"/>
          <ac:spMkLst>
            <pc:docMk/>
            <pc:sldMk cId="1631260291" sldId="256"/>
            <ac:spMk id="43" creationId="{03457626-FDEA-D7AF-4DE0-5E7B18C81CB1}"/>
          </ac:spMkLst>
        </pc:spChg>
        <pc:spChg chg="mod">
          <ac:chgData name="Tobias de Cock" userId="74095abf1f8f7986" providerId="LiveId" clId="{6CA3D613-126E-44D0-8891-B7ECF4335DC9}" dt="2026-05-17T16:29:06.979" v="265" actId="1076"/>
          <ac:spMkLst>
            <pc:docMk/>
            <pc:sldMk cId="1631260291" sldId="256"/>
            <ac:spMk id="47" creationId="{5C947FBF-1ECA-BFC4-9160-8E6DDA7EBFF4}"/>
          </ac:spMkLst>
        </pc:spChg>
        <pc:spChg chg="mod">
          <ac:chgData name="Tobias de Cock" userId="74095abf1f8f7986" providerId="LiveId" clId="{6CA3D613-126E-44D0-8891-B7ECF4335DC9}" dt="2026-05-17T16:44:28.054" v="821" actId="20577"/>
          <ac:spMkLst>
            <pc:docMk/>
            <pc:sldMk cId="1631260291" sldId="256"/>
            <ac:spMk id="51" creationId="{2B0218E8-BF5D-8A0F-E683-278157EA5EF5}"/>
          </ac:spMkLst>
        </pc:spChg>
        <pc:spChg chg="mod">
          <ac:chgData name="Tobias de Cock" userId="74095abf1f8f7986" providerId="LiveId" clId="{6CA3D613-126E-44D0-8891-B7ECF4335DC9}" dt="2026-05-17T16:37:27.861" v="527" actId="14100"/>
          <ac:spMkLst>
            <pc:docMk/>
            <pc:sldMk cId="1631260291" sldId="256"/>
            <ac:spMk id="72" creationId="{ACF80A8F-DEC9-6010-BB3D-BD6774C81B3E}"/>
          </ac:spMkLst>
        </pc:spChg>
        <pc:graphicFrameChg chg="mod modGraphic">
          <ac:chgData name="Tobias de Cock" userId="74095abf1f8f7986" providerId="LiveId" clId="{6CA3D613-126E-44D0-8891-B7ECF4335DC9}" dt="2026-05-17T16:55:04.145" v="994" actId="20577"/>
          <ac:graphicFrameMkLst>
            <pc:docMk/>
            <pc:sldMk cId="1631260291" sldId="256"/>
            <ac:graphicFrameMk id="3" creationId="{94A2B041-0A3D-4469-7F39-F62F5BC2501A}"/>
          </ac:graphicFrameMkLst>
        </pc:graphicFrameChg>
        <pc:picChg chg="add del mod">
          <ac:chgData name="Tobias de Cock" userId="74095abf1f8f7986" providerId="LiveId" clId="{6CA3D613-126E-44D0-8891-B7ECF4335DC9}" dt="2026-05-17T17:07:07.833" v="1006" actId="478"/>
          <ac:picMkLst>
            <pc:docMk/>
            <pc:sldMk cId="1631260291" sldId="256"/>
            <ac:picMk id="7" creationId="{8AD46BA4-7459-E692-8DCB-F3D90CAAEBC4}"/>
          </ac:picMkLst>
        </pc:picChg>
        <pc:picChg chg="add del mod">
          <ac:chgData name="Tobias de Cock" userId="74095abf1f8f7986" providerId="LiveId" clId="{6CA3D613-126E-44D0-8891-B7ECF4335DC9}" dt="2026-05-17T17:07:05.491" v="1004" actId="478"/>
          <ac:picMkLst>
            <pc:docMk/>
            <pc:sldMk cId="1631260291" sldId="256"/>
            <ac:picMk id="18" creationId="{587D1E60-93D2-E827-EF0F-C1345342DB9A}"/>
          </ac:picMkLst>
        </pc:picChg>
        <pc:picChg chg="add del mod">
          <ac:chgData name="Tobias de Cock" userId="74095abf1f8f7986" providerId="LiveId" clId="{6CA3D613-126E-44D0-8891-B7ECF4335DC9}" dt="2026-05-17T17:07:06.610" v="1005" actId="478"/>
          <ac:picMkLst>
            <pc:docMk/>
            <pc:sldMk cId="1631260291" sldId="256"/>
            <ac:picMk id="21" creationId="{CD3548CB-9F57-BB34-B1F4-9BA85ACF16F0}"/>
          </ac:picMkLst>
        </pc:picChg>
        <pc:picChg chg="add del mod">
          <ac:chgData name="Tobias de Cock" userId="74095abf1f8f7986" providerId="LiveId" clId="{6CA3D613-126E-44D0-8891-B7ECF4335DC9}" dt="2026-05-17T16:16:27.593" v="46" actId="478"/>
          <ac:picMkLst>
            <pc:docMk/>
            <pc:sldMk cId="1631260291" sldId="256"/>
            <ac:picMk id="24" creationId="{731DE547-645B-25AA-2E63-A0A0D6446EFF}"/>
          </ac:picMkLst>
        </pc:picChg>
        <pc:picChg chg="add del mod">
          <ac:chgData name="Tobias de Cock" userId="74095abf1f8f7986" providerId="LiveId" clId="{6CA3D613-126E-44D0-8891-B7ECF4335DC9}" dt="2026-05-17T17:10:01.224" v="1020" actId="478"/>
          <ac:picMkLst>
            <pc:docMk/>
            <pc:sldMk cId="1631260291" sldId="256"/>
            <ac:picMk id="25" creationId="{182F80B8-9557-17E8-B7A6-D08083839A47}"/>
          </ac:picMkLst>
        </pc:picChg>
        <pc:picChg chg="add del mod">
          <ac:chgData name="Tobias de Cock" userId="74095abf1f8f7986" providerId="LiveId" clId="{6CA3D613-126E-44D0-8891-B7ECF4335DC9}" dt="2026-05-17T17:09:39.295" v="1016" actId="478"/>
          <ac:picMkLst>
            <pc:docMk/>
            <pc:sldMk cId="1631260291" sldId="256"/>
            <ac:picMk id="26" creationId="{852A3207-F592-37E5-BE26-31915EFF35A9}"/>
          </ac:picMkLst>
        </pc:picChg>
        <pc:picChg chg="add mod">
          <ac:chgData name="Tobias de Cock" userId="74095abf1f8f7986" providerId="LiveId" clId="{6CA3D613-126E-44D0-8891-B7ECF4335DC9}" dt="2026-05-17T17:12:44.054" v="1031" actId="14100"/>
          <ac:picMkLst>
            <pc:docMk/>
            <pc:sldMk cId="1631260291" sldId="256"/>
            <ac:picMk id="28" creationId="{81D6B83C-5842-E5B0-D913-111BD46C8DC1}"/>
          </ac:picMkLst>
        </pc:picChg>
        <pc:picChg chg="add mod">
          <ac:chgData name="Tobias de Cock" userId="74095abf1f8f7986" providerId="LiveId" clId="{6CA3D613-126E-44D0-8891-B7ECF4335DC9}" dt="2026-05-17T17:10:05.192" v="1021" actId="1076"/>
          <ac:picMkLst>
            <pc:docMk/>
            <pc:sldMk cId="1631260291" sldId="256"/>
            <ac:picMk id="30" creationId="{A53BF8A8-1E80-08BE-5B95-28ABA1130BFA}"/>
          </ac:picMkLst>
        </pc:picChg>
        <pc:picChg chg="add mod">
          <ac:chgData name="Tobias de Cock" userId="74095abf1f8f7986" providerId="LiveId" clId="{6CA3D613-126E-44D0-8891-B7ECF4335DC9}" dt="2026-05-17T17:12:49.593" v="1032" actId="14100"/>
          <ac:picMkLst>
            <pc:docMk/>
            <pc:sldMk cId="1631260291" sldId="256"/>
            <ac:picMk id="32" creationId="{B159EC36-2432-212A-875E-29EBA97128F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66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40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88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84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75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74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1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40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5536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20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253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246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image" Target="../media/image1.svg"/><Relationship Id="rId7" Type="http://schemas.openxmlformats.org/officeDocument/2006/relationships/image" Target="../media/image5.png"/><Relationship Id="rId2" Type="http://schemas.openxmlformats.org/officeDocument/2006/relationships/hyperlink" Target="https://docs.google.com/document/d/1ErDZZfujzntHETMSgQSOBVT8KwdOdwoYPcd62I_y2oY/edit?usp=sharing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6.svg"/><Relationship Id="rId4" Type="http://schemas.openxmlformats.org/officeDocument/2006/relationships/image" Target="../media/image2.png"/><Relationship Id="rId9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llipse 39">
            <a:extLst>
              <a:ext uri="{FF2B5EF4-FFF2-40B4-BE49-F238E27FC236}">
                <a16:creationId xmlns:a16="http://schemas.microsoft.com/office/drawing/2014/main" id="{F27323A8-4E37-7C83-308C-B4A73170034C}"/>
              </a:ext>
            </a:extLst>
          </p:cNvPr>
          <p:cNvSpPr/>
          <p:nvPr/>
        </p:nvSpPr>
        <p:spPr>
          <a:xfrm rot="20002223">
            <a:off x="-4175127" y="7147150"/>
            <a:ext cx="18355988" cy="10028893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078CAB3-5FA3-247D-A3F8-4A33EFC8D7C5}"/>
              </a:ext>
            </a:extLst>
          </p:cNvPr>
          <p:cNvSpPr/>
          <p:nvPr/>
        </p:nvSpPr>
        <p:spPr>
          <a:xfrm>
            <a:off x="552331" y="7402784"/>
            <a:ext cx="1800000" cy="1800000"/>
          </a:xfrm>
          <a:prstGeom prst="ellipse">
            <a:avLst/>
          </a:prstGeom>
          <a:solidFill>
            <a:srgbClr val="C24D3F"/>
          </a:solidFill>
          <a:ln>
            <a:solidFill>
              <a:srgbClr val="963C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BBD04DC-465B-1446-6DB1-EE54CD34F1F0}"/>
              </a:ext>
            </a:extLst>
          </p:cNvPr>
          <p:cNvSpPr/>
          <p:nvPr/>
        </p:nvSpPr>
        <p:spPr>
          <a:xfrm rot="20002223">
            <a:off x="11828207" y="2822741"/>
            <a:ext cx="14831729" cy="11658798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03457626-FDEA-D7AF-4DE0-5E7B18C81CB1}"/>
              </a:ext>
            </a:extLst>
          </p:cNvPr>
          <p:cNvSpPr txBox="1"/>
          <p:nvPr/>
        </p:nvSpPr>
        <p:spPr>
          <a:xfrm>
            <a:off x="579121" y="518160"/>
            <a:ext cx="14935199" cy="2467048"/>
          </a:xfrm>
          <a:prstGeom prst="rect">
            <a:avLst/>
          </a:prstGeom>
          <a:noFill/>
        </p:spPr>
        <p:txBody>
          <a:bodyPr wrap="none" rtlCol="0">
            <a:prstTxWarp prst="textCascadeUp">
              <a:avLst>
                <a:gd name="adj" fmla="val 61056"/>
              </a:avLst>
            </a:prstTxWarp>
            <a:spAutoFit/>
          </a:bodyPr>
          <a:lstStyle/>
          <a:p>
            <a:r>
              <a:rPr lang="en-US" sz="41300" b="1" dirty="0">
                <a:solidFill>
                  <a:srgbClr val="333333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Garamond" panose="02020404030301010803" pitchFamily="18" charset="0"/>
              </a:rPr>
              <a:t>Bias in the Sky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94D2F0C-11F7-33A7-CDD9-1BBD334156B6}"/>
              </a:ext>
            </a:extLst>
          </p:cNvPr>
          <p:cNvSpPr txBox="1"/>
          <p:nvPr/>
        </p:nvSpPr>
        <p:spPr>
          <a:xfrm>
            <a:off x="579121" y="2652053"/>
            <a:ext cx="153466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 dirty="0">
                <a:solidFill>
                  <a:srgbClr val="333333"/>
                </a:solidFill>
                <a:latin typeface="Garamond" panose="02020404030301010803" pitchFamily="18" charset="0"/>
              </a:rPr>
              <a:t>Observational Bias in Binary Star Catalogues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5C947FBF-1ECA-BFC4-9160-8E6DDA7EBFF4}"/>
              </a:ext>
            </a:extLst>
          </p:cNvPr>
          <p:cNvSpPr txBox="1"/>
          <p:nvPr/>
        </p:nvSpPr>
        <p:spPr>
          <a:xfrm>
            <a:off x="650507" y="4073185"/>
            <a:ext cx="11136183" cy="31700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Introduction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solidFill>
                  <a:prstClr val="black"/>
                </a:solidFill>
                <a:latin typeface="Garamond" panose="02020404030301010803" pitchFamily="18" charset="0"/>
              </a:rPr>
              <a:t>When observing stars, we only find those that are significantly detectible with our current detection methods. This introduces a bias in the acquired data.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  <a:p>
            <a:endParaRPr lang="en-US" sz="4400" b="1" dirty="0">
              <a:latin typeface="Garamond" panose="02020404030301010803" pitchFamily="18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88C5AEBA-A112-FD1B-09E6-C2287DC238E3}"/>
              </a:ext>
            </a:extLst>
          </p:cNvPr>
          <p:cNvSpPr txBox="1"/>
          <p:nvPr/>
        </p:nvSpPr>
        <p:spPr>
          <a:xfrm>
            <a:off x="14489982" y="3794719"/>
            <a:ext cx="6289758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6000" b="1" dirty="0">
                <a:latin typeface="Garamond" panose="02020404030301010803" pitchFamily="18" charset="0"/>
              </a:rPr>
              <a:t>Aim</a:t>
            </a:r>
          </a:p>
          <a:p>
            <a:pPr algn="r">
              <a:spcAft>
                <a:spcPts val="1125"/>
              </a:spcAft>
              <a:buNone/>
            </a:pPr>
            <a:r>
              <a:rPr lang="en-US" sz="3200" b="0" i="0" dirty="0">
                <a:solidFill>
                  <a:srgbClr val="000000"/>
                </a:solidFill>
                <a:effectLst/>
                <a:latin typeface="Garamond" panose="02020404030301010803" pitchFamily="18" charset="0"/>
              </a:rPr>
              <a:t>We aim to answer the research question below.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2B0218E8-BF5D-8A0F-E683-278157EA5EF5}"/>
              </a:ext>
            </a:extLst>
          </p:cNvPr>
          <p:cNvSpPr txBox="1"/>
          <p:nvPr/>
        </p:nvSpPr>
        <p:spPr>
          <a:xfrm>
            <a:off x="2440997" y="6663083"/>
            <a:ext cx="9496976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6000" b="1" dirty="0">
                <a:latin typeface="Garamond" panose="02020404030301010803" pitchFamily="18" charset="0"/>
              </a:rPr>
              <a:t>Method</a:t>
            </a:r>
          </a:p>
          <a:p>
            <a:pPr algn="r"/>
            <a:r>
              <a:rPr lang="en-US" sz="3200" b="0" i="0" dirty="0">
                <a:solidFill>
                  <a:srgbClr val="000000"/>
                </a:solidFill>
                <a:effectLst/>
                <a:latin typeface="Garamond" panose="02020404030301010803" pitchFamily="18" charset="0"/>
              </a:rPr>
              <a:t>We find the theoretical 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PDF’s of each parameter and compare its prediction to the data from the database. This is then plotted as the difference and represents the bias.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CF80A8F-DEC9-6010-BB3D-BD6774C81B3E}"/>
              </a:ext>
            </a:extLst>
          </p:cNvPr>
          <p:cNvSpPr txBox="1"/>
          <p:nvPr/>
        </p:nvSpPr>
        <p:spPr>
          <a:xfrm>
            <a:off x="10998518" y="13906592"/>
            <a:ext cx="2922575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Results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443C48D-509F-9554-A716-3712A4A284E5}"/>
              </a:ext>
            </a:extLst>
          </p:cNvPr>
          <p:cNvSpPr txBox="1"/>
          <p:nvPr/>
        </p:nvSpPr>
        <p:spPr>
          <a:xfrm>
            <a:off x="136936" y="25423687"/>
            <a:ext cx="12768766" cy="3970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Conclusion &amp; Discussion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A preference for circular orbits in SB9, makes sense since these have the easiest RV curve to detect. Spectroscopic binaries are often close binaries, so circular orbits are much more likely. </a:t>
            </a:r>
          </a:p>
          <a:p>
            <a:endParaRPr lang="en-US" sz="3200" dirty="0">
              <a:latin typeface="Garamond" panose="02020404030301010803" pitchFamily="18" charset="0"/>
            </a:endParaRPr>
          </a:p>
          <a:p>
            <a:r>
              <a:rPr lang="en-US" sz="3200" dirty="0">
                <a:latin typeface="Garamond" panose="02020404030301010803" pitchFamily="18" charset="0"/>
              </a:rPr>
              <a:t>The eccentricity bias for ORB6 is strongly dependent on the period bias. Bell shape bias confirmed by </a:t>
            </a:r>
            <a:r>
              <a:rPr lang="en-US" sz="3200" dirty="0" err="1">
                <a:latin typeface="Garamond" panose="02020404030301010803" pitchFamily="18" charset="0"/>
              </a:rPr>
              <a:t>Ruymaekers</a:t>
            </a:r>
            <a:r>
              <a:rPr lang="en-US" sz="3200" dirty="0">
                <a:latin typeface="Garamond" panose="02020404030301010803" pitchFamily="18" charset="0"/>
              </a:rPr>
              <a:t> G., Cuypers J., </a:t>
            </a:r>
            <a:r>
              <a:rPr lang="en-US" sz="3200" dirty="0" err="1">
                <a:latin typeface="Garamond" panose="02020404030301010803" pitchFamily="18" charset="0"/>
              </a:rPr>
              <a:t>Boffin</a:t>
            </a:r>
            <a:r>
              <a:rPr lang="en-US" sz="3200" dirty="0">
                <a:latin typeface="Garamond" panose="02020404030301010803" pitchFamily="18" charset="0"/>
              </a:rPr>
              <a:t> H. M. J.,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EDBEE8A4-9524-7B70-8E91-5870476C097D}"/>
              </a:ext>
            </a:extLst>
          </p:cNvPr>
          <p:cNvSpPr txBox="1"/>
          <p:nvPr/>
        </p:nvSpPr>
        <p:spPr>
          <a:xfrm>
            <a:off x="13031413" y="24180675"/>
            <a:ext cx="8283710" cy="772519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Acknowledgements &amp; References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We thank Oleg Malkov for his continued support to provide us with all the data from the 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Binary Star Database BDB (Kovaleva et al, 2015), available from Institute of Astronomy (Russian Academy of Sciences),</a:t>
            </a:r>
            <a:r>
              <a:rPr lang="en-US" sz="3200" dirty="0">
                <a:latin typeface="Garamond" panose="02020404030301010803" pitchFamily="18" charset="0"/>
              </a:rPr>
              <a:t> used in this project and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 Susana Monteiro Carneiro for her 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support and feedback throughout the 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entire duration of the project.</a:t>
            </a:r>
          </a:p>
          <a:p>
            <a:endParaRPr lang="en-US" sz="3200" dirty="0">
              <a:latin typeface="Garamond" panose="02020404030301010803" pitchFamily="18" charset="0"/>
            </a:endParaRPr>
          </a:p>
          <a:p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</a:rPr>
              <a:t>(Add References </a:t>
            </a:r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  <a:hlinkClick r:id="rId2"/>
              </a:rPr>
              <a:t>here</a:t>
            </a:r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</a:rPr>
              <a:t>)</a:t>
            </a:r>
          </a:p>
          <a:p>
            <a:endParaRPr lang="en-US" sz="4400" dirty="0">
              <a:latin typeface="Garamond" panose="02020404030301010803" pitchFamily="18" charset="0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5A5A8A8-C19D-0F38-1307-604062B341FE}"/>
              </a:ext>
            </a:extLst>
          </p:cNvPr>
          <p:cNvSpPr/>
          <p:nvPr/>
        </p:nvSpPr>
        <p:spPr>
          <a:xfrm>
            <a:off x="13703578" y="5815459"/>
            <a:ext cx="7045131" cy="2485403"/>
          </a:xfrm>
          <a:prstGeom prst="roundRect">
            <a:avLst>
              <a:gd name="adj" fmla="val 9979"/>
            </a:avLst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0" i="0" dirty="0">
                <a:solidFill>
                  <a:srgbClr val="F0F6FC"/>
                </a:solidFill>
                <a:effectLst/>
                <a:latin typeface="Garamond" panose="02020404030301010803" pitchFamily="18" charset="0"/>
              </a:rPr>
              <a:t>What observational biases are present in the binary star catalogues of the binary star database, when compared to theoretically expected binary star populations?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2C232B5-1E0E-ADAC-220A-118557C703BD}"/>
              </a:ext>
            </a:extLst>
          </p:cNvPr>
          <p:cNvSpPr txBox="1"/>
          <p:nvPr/>
        </p:nvSpPr>
        <p:spPr>
          <a:xfrm>
            <a:off x="14002849" y="8428892"/>
            <a:ext cx="674585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Specifically, we will analyze the differences between observed and theoretical distributions of eccentricity, mass ratio, radius ratio, orbital period, and semi-major axis and the observational biases expected from the detection methods used in these catalogues.</a:t>
            </a:r>
            <a:endParaRPr lang="en-US" sz="3200" dirty="0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B039DC59-8B27-C6AE-F950-07622A303ABE}"/>
              </a:ext>
            </a:extLst>
          </p:cNvPr>
          <p:cNvSpPr/>
          <p:nvPr/>
        </p:nvSpPr>
        <p:spPr>
          <a:xfrm>
            <a:off x="19611897" y="12170075"/>
            <a:ext cx="3600000" cy="3600000"/>
          </a:xfrm>
          <a:prstGeom prst="ellipse">
            <a:avLst/>
          </a:prstGeom>
          <a:solidFill>
            <a:srgbClr val="C24D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60F485-59C6-689F-22F4-1828217D52C6}"/>
              </a:ext>
            </a:extLst>
          </p:cNvPr>
          <p:cNvSpPr txBox="1"/>
          <p:nvPr/>
        </p:nvSpPr>
        <p:spPr>
          <a:xfrm>
            <a:off x="304120" y="9715035"/>
            <a:ext cx="7742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rgbClr val="000000"/>
                </a:solidFill>
                <a:latin typeface="Garamond" panose="02020404030301010803" pitchFamily="18" charset="0"/>
              </a:rPr>
              <a:t>Table 1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. Theoretical distributions of binary star systems based on theory.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D759B63-C847-80C1-30B5-B6ED7A60C236}"/>
              </a:ext>
            </a:extLst>
          </p:cNvPr>
          <p:cNvSpPr txBox="1"/>
          <p:nvPr/>
        </p:nvSpPr>
        <p:spPr>
          <a:xfrm>
            <a:off x="651691" y="3483050"/>
            <a:ext cx="15263409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Garamond" panose="02020404030301010803" pitchFamily="18" charset="0"/>
              </a:rPr>
              <a:t>Authors: Tobias de Cock (s4438361) , Elja Meuter (s4500229), Damian </a:t>
            </a:r>
            <a:r>
              <a:rPr lang="en-US" sz="2600" dirty="0" err="1">
                <a:latin typeface="Garamond" panose="02020404030301010803" pitchFamily="18" charset="0"/>
              </a:rPr>
              <a:t>Sloos</a:t>
            </a:r>
            <a:r>
              <a:rPr lang="en-US" sz="2600" dirty="0">
                <a:latin typeface="Garamond" panose="02020404030301010803" pitchFamily="18" charset="0"/>
              </a:rPr>
              <a:t> (s4406435),  Wouter de Wit (s3519767)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B4A26CA4-34CA-DED0-A2B6-609667DB69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469427" y="207020"/>
            <a:ext cx="4702967" cy="2078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elle 15">
                <a:extLst>
                  <a:ext uri="{FF2B5EF4-FFF2-40B4-BE49-F238E27FC236}">
                    <a16:creationId xmlns:a16="http://schemas.microsoft.com/office/drawing/2014/main" id="{94399FEF-B43E-87CD-14AE-705E86E62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4226555"/>
                  </p:ext>
                </p:extLst>
              </p:nvPr>
            </p:nvGraphicFramePr>
            <p:xfrm>
              <a:off x="26383194" y="18150875"/>
              <a:ext cx="7683486" cy="813358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41743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3841743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81335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i="0" dirty="0">
                              <a:latin typeface="Garamond" panose="02020404030301010803" pitchFamily="18" charset="0"/>
                            </a:rPr>
                            <a:t>SB9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We find that SB9 is biased…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…towards lower eccentricities, with a very strong preference for </a:t>
                          </a:r>
                          <a14:m>
                            <m:oMath xmlns:m="http://schemas.openxmlformats.org/officeDocument/2006/math"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. 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endParaRPr lang="en-US" sz="3200" dirty="0">
                            <a:latin typeface="Garamond" panose="02020404030301010803" pitchFamily="18" charset="0"/>
                          </a:endParaRP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 Biased towards inclination of 90°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latin typeface="Garamond" panose="02020404030301010803" pitchFamily="18" charset="0"/>
                            </a:rPr>
                            <a:t>ORB6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We find that ORB6 is biased…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…towards middle eccentricities, between 0.2 and 0.6.. There is a preference for circular orbits. 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 towards shorter periods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elle 15">
                <a:extLst>
                  <a:ext uri="{FF2B5EF4-FFF2-40B4-BE49-F238E27FC236}">
                    <a16:creationId xmlns:a16="http://schemas.microsoft.com/office/drawing/2014/main" id="{94399FEF-B43E-87CD-14AE-705E86E62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4226555"/>
                  </p:ext>
                </p:extLst>
              </p:nvPr>
            </p:nvGraphicFramePr>
            <p:xfrm>
              <a:off x="26383194" y="18150875"/>
              <a:ext cx="7683486" cy="813358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41743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3841743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81335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899" r="-100000" b="-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latin typeface="Garamond" panose="02020404030301010803" pitchFamily="18" charset="0"/>
                            </a:rPr>
                            <a:t>ORB6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We find that ORB6 is biased…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…towards middle eccentricities, between 0.2 and 0.6.. There is a preference for circular orbits. 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 towards shorter periods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0" name="Grafik 19">
            <a:extLst>
              <a:ext uri="{FF2B5EF4-FFF2-40B4-BE49-F238E27FC236}">
                <a16:creationId xmlns:a16="http://schemas.microsoft.com/office/drawing/2014/main" id="{CBC2D1EC-58A7-8E38-5A62-5F95B4794C0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2EBE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19120713" y="28119688"/>
            <a:ext cx="2000265" cy="20383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94A2B041-0A3D-4469-7F39-F62F5BC250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8848801"/>
                  </p:ext>
                </p:extLst>
              </p:nvPr>
            </p:nvGraphicFramePr>
            <p:xfrm>
              <a:off x="158388" y="10824523"/>
              <a:ext cx="11749341" cy="625961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3661426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8087915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Parameter</a:t>
                          </a:r>
                          <a:endParaRPr lang="en-US" sz="3200" b="1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PDF</a:t>
                          </a:r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  <a:tr h="1332999">
                    <a:tc>
                      <a:txBody>
                        <a:bodyPr/>
                        <a:lstStyle/>
                        <a:p>
                          <a:pPr marL="0" marR="0" lvl="0" indent="0" algn="ctr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3200" b="0" dirty="0"/>
                            <a:t>Eccentricity (e)</a:t>
                          </a:r>
                          <a:endParaRPr lang="en-US" sz="3200" b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sz="2800" b="0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lang="en-US" sz="28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d>
                                <m:r>
                                  <a:rPr lang="en-US" sz="2800" b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1        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&lt;100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𝐴𝑈</m:t>
                                        </m:r>
                                      </m:e>
                                      <m:e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       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&gt;100 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𝐴𝑈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842043408"/>
                      </a:ext>
                    </a:extLst>
                  </a:tr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Orbital Period (P)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NL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𝑃𝐷</m:t>
                                </m:r>
                                <m:r>
                                  <m:rPr>
                                    <m:sty m:val="p"/>
                                  </m:rPr>
                                  <a:rPr lang="nl-NL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  <m:d>
                                  <m:dPr>
                                    <m:ctrlP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nl-NL" sz="2800" b="0" i="1" smtClean="0">
                                            <a:solidFill>
                                              <a:srgbClr val="2A2A2A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nl-NL" sz="2800" b="0" i="1" smtClean="0">
                                            <a:solidFill>
                                              <a:srgbClr val="2A2A2A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nl-NL" sz="2800" b="0" i="1" smtClean="0">
                                            <a:solidFill>
                                              <a:srgbClr val="2A2A2A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  <m: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days</m:t>
                                    </m:r>
                                    <m: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])</m:t>
                                    </m:r>
                                  </m:e>
                                </m:d>
                                <m:r>
                                  <a:rPr lang="nl-NL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nl-NL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~ </m:t>
                                </m:r>
                                <m:r>
                                  <m:rPr>
                                    <m:nor/>
                                  </m:rPr>
                                  <a:rPr lang="nl-NL" sz="2800" smtClean="0"/>
                                  <m:t>N</m:t>
                                </m:r>
                                <m:r>
                                  <m:rPr>
                                    <m:nor/>
                                  </m:rPr>
                                  <a:rPr lang="nl-NL" sz="2800" b="0" i="0" smtClean="0"/>
                                  <m:t>(4.8,2.3)</m:t>
                                </m:r>
                              </m:oMath>
                            </m:oMathPara>
                          </a14:m>
                          <a:endParaRPr lang="en-US" sz="28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570003111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Mass ratio </a:t>
                          </a:r>
                        </a:p>
                        <a:p>
                          <a:pPr algn="ctr"/>
                          <a:r>
                            <a:rPr lang="en-US" sz="3200" b="0" dirty="0"/>
                            <a:t>(q)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594018447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Semi major axis (a)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86875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Radius ratio (R)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40642999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94A2B041-0A3D-4469-7F39-F62F5BC250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8848801"/>
                  </p:ext>
                </p:extLst>
              </p:nvPr>
            </p:nvGraphicFramePr>
            <p:xfrm>
              <a:off x="158388" y="10824523"/>
              <a:ext cx="11749341" cy="625961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3661426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8087915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Parameter</a:t>
                          </a:r>
                          <a:endParaRPr lang="en-US" sz="3200" b="1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PDF</a:t>
                          </a:r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  <a:tr h="1332999">
                    <a:tc>
                      <a:txBody>
                        <a:bodyPr/>
                        <a:lstStyle/>
                        <a:p>
                          <a:pPr marL="0" marR="0" lvl="0" indent="0" algn="ctr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3200" b="0" dirty="0"/>
                            <a:t>Eccentricity (e)</a:t>
                          </a:r>
                          <a:endParaRPr lang="en-US" sz="3200" b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6"/>
                          <a:stretch>
                            <a:fillRect l="-45256" t="-55046" b="-3224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2043408"/>
                      </a:ext>
                    </a:extLst>
                  </a:tr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Orbital Period (P)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6"/>
                          <a:stretch>
                            <a:fillRect l="-45256" t="-312963" b="-5509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0003111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Mass ratio </a:t>
                          </a:r>
                        </a:p>
                        <a:p>
                          <a:pPr algn="ctr"/>
                          <a:r>
                            <a:rPr lang="en-US" sz="3200" b="0" dirty="0"/>
                            <a:t>(q)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594018447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Semi major axis (a)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86875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Radius ratio (R)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40642999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3526855B-9F99-BDFF-14A5-A48A03F5DA01}"/>
              </a:ext>
            </a:extLst>
          </p:cNvPr>
          <p:cNvSpPr txBox="1"/>
          <p:nvPr/>
        </p:nvSpPr>
        <p:spPr>
          <a:xfrm>
            <a:off x="136936" y="28963246"/>
            <a:ext cx="12070080" cy="1587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200" dirty="0">
              <a:latin typeface="Garamond" panose="02020404030301010803" pitchFamily="18" charset="0"/>
            </a:endParaRPr>
          </a:p>
          <a:p>
            <a:pPr algn="just">
              <a:spcAft>
                <a:spcPts val="1125"/>
              </a:spcAft>
              <a:buNone/>
            </a:pPr>
            <a:r>
              <a:rPr lang="en-US" sz="3200" dirty="0">
                <a:highlight>
                  <a:srgbClr val="FFFF00"/>
                </a:highlight>
                <a:latin typeface="Garamond" panose="02020404030301010803" pitchFamily="18" charset="0"/>
              </a:rPr>
              <a:t>Put conclusion here </a:t>
            </a:r>
            <a:endParaRPr lang="en-US" sz="3200" dirty="0">
              <a:solidFill>
                <a:srgbClr val="000000"/>
              </a:solidFill>
              <a:highlight>
                <a:srgbClr val="FFFF00"/>
              </a:highlight>
              <a:latin typeface="Garamond" panose="02020404030301010803" pitchFamily="18" charset="0"/>
            </a:endParaRPr>
          </a:p>
          <a:p>
            <a:endParaRPr lang="en-US" sz="2400" dirty="0">
              <a:latin typeface="Garamond" panose="02020404030301010803" pitchFamily="18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57CDFF9-337C-562C-2BEA-4394DD69AA20}"/>
              </a:ext>
            </a:extLst>
          </p:cNvPr>
          <p:cNvSpPr txBox="1"/>
          <p:nvPr/>
        </p:nvSpPr>
        <p:spPr>
          <a:xfrm>
            <a:off x="192162" y="24180675"/>
            <a:ext cx="94129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rgbClr val="000000"/>
                </a:solidFill>
                <a:latin typeface="Garamond" panose="02020404030301010803" pitchFamily="18" charset="0"/>
              </a:rPr>
              <a:t>Figure 1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.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11274EE-0C89-D8DC-D78E-D77A17C682A3}"/>
              </a:ext>
            </a:extLst>
          </p:cNvPr>
          <p:cNvSpPr/>
          <p:nvPr/>
        </p:nvSpPr>
        <p:spPr>
          <a:xfrm rot="5400000">
            <a:off x="-12894540" y="15166640"/>
            <a:ext cx="10692000" cy="7560000"/>
          </a:xfrm>
          <a:prstGeom prst="rect">
            <a:avLst/>
          </a:prstGeom>
          <a:noFill/>
          <a:ln w="762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600" dirty="0">
                <a:highlight>
                  <a:srgbClr val="FFFF00"/>
                </a:highlight>
              </a:rPr>
              <a:t>A4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EEC861E3-4293-261B-8470-7D810DEF75E7}"/>
                  </a:ext>
                </a:extLst>
              </p:cNvPr>
              <p:cNvSpPr txBox="1"/>
              <p:nvPr/>
            </p:nvSpPr>
            <p:spPr>
              <a:xfrm>
                <a:off x="10553699" y="14826888"/>
                <a:ext cx="10829925" cy="3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US" sz="3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We find that SB9 is  biased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towards lower eccentricities,</a:t>
                </a:r>
              </a:p>
              <a:p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with a very strong preference for </a:t>
                </a:r>
                <a14:m>
                  <m:oMath xmlns:m="http://schemas.openxmlformats.org/officeDocument/2006/math"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𝑒</m:t>
                    </m:r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=0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. ORB6 is biased</a:t>
                </a:r>
                <a:r>
                  <a:rPr kumimoji="0" lang="en-US" sz="32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</a:t>
                </a:r>
              </a:p>
              <a:p>
                <a:r>
                  <a:rPr lang="en-US" sz="3200" dirty="0">
                    <a:latin typeface="Garamond" panose="02020404030301010803" pitchFamily="18" charset="0"/>
                  </a:rPr>
                  <a:t>We find that ORB6 is biased towards middle eccentricities, between 0.2 and 0.6.. There is a preference for circular orbits. It is also biased towards shorter periods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+mn-cs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EEC861E3-4293-261B-8470-7D810DEF7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699" y="14826888"/>
                <a:ext cx="10829925" cy="3323987"/>
              </a:xfrm>
              <a:prstGeom prst="rect">
                <a:avLst/>
              </a:prstGeom>
              <a:blipFill>
                <a:blip r:embed="rId7"/>
                <a:stretch>
                  <a:fillRect l="-1407" t="-2381" r="-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DE0F863F-84E9-EDE3-B277-A75B7AC18A11}"/>
              </a:ext>
            </a:extLst>
          </p:cNvPr>
          <p:cNvSpPr/>
          <p:nvPr/>
        </p:nvSpPr>
        <p:spPr>
          <a:xfrm>
            <a:off x="23478744" y="14139812"/>
            <a:ext cx="9688172" cy="215701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Choose between table or plain text for results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46FA7D4-817B-331F-243B-515CF96A3EFD}"/>
              </a:ext>
            </a:extLst>
          </p:cNvPr>
          <p:cNvCxnSpPr/>
          <p:nvPr/>
        </p:nvCxnSpPr>
        <p:spPr>
          <a:xfrm>
            <a:off x="28239469" y="16386635"/>
            <a:ext cx="670560" cy="1419104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51CA63B-AE8B-C8DC-103F-AC70E390BA72}"/>
              </a:ext>
            </a:extLst>
          </p:cNvPr>
          <p:cNvCxnSpPr>
            <a:stCxn id="11" idx="2"/>
          </p:cNvCxnSpPr>
          <p:nvPr/>
        </p:nvCxnSpPr>
        <p:spPr>
          <a:xfrm flipH="1">
            <a:off x="19120713" y="16296824"/>
            <a:ext cx="9202117" cy="1351096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3868522-5080-F034-4FE0-9811D53FE160}"/>
              </a:ext>
            </a:extLst>
          </p:cNvPr>
          <p:cNvSpPr/>
          <p:nvPr/>
        </p:nvSpPr>
        <p:spPr>
          <a:xfrm>
            <a:off x="-18030652" y="8806766"/>
            <a:ext cx="9688172" cy="405451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A4 for reference, make sure everything can be read from 2m away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87701C8F-B0BD-60F4-4A76-2E0CEE344469}"/>
              </a:ext>
            </a:extLst>
          </p:cNvPr>
          <p:cNvCxnSpPr>
            <a:cxnSpLocks/>
          </p:cNvCxnSpPr>
          <p:nvPr/>
        </p:nvCxnSpPr>
        <p:spPr>
          <a:xfrm>
            <a:off x="-13186566" y="12861282"/>
            <a:ext cx="1270827" cy="1965606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8" name="Graphic 27">
            <a:extLst>
              <a:ext uri="{FF2B5EF4-FFF2-40B4-BE49-F238E27FC236}">
                <a16:creationId xmlns:a16="http://schemas.microsoft.com/office/drawing/2014/main" id="{81D6B83C-5842-E5B0-D913-111BD46C8D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01842" y="17643525"/>
            <a:ext cx="5273674" cy="6592092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A53BF8A8-1E80-08BE-5B95-28ABA1130B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8388" y="17643524"/>
            <a:ext cx="5273674" cy="6592093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B159EC36-2432-212A-875E-29EBA97128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75551" y="17643523"/>
            <a:ext cx="5287626" cy="6592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260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</TotalTime>
  <Words>504</Words>
  <Application>Microsoft Office PowerPoint</Application>
  <PresentationFormat>Aangepast</PresentationFormat>
  <Paragraphs>52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Garamond</vt:lpstr>
      <vt:lpstr>Office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Elja Meuter</dc:creator>
  <cp:lastModifiedBy>Tobias de Cock</cp:lastModifiedBy>
  <cp:revision>1</cp:revision>
  <cp:lastPrinted>2026-05-08T11:07:59Z</cp:lastPrinted>
  <dcterms:created xsi:type="dcterms:W3CDTF">2026-05-07T08:35:58Z</dcterms:created>
  <dcterms:modified xsi:type="dcterms:W3CDTF">2026-05-17T17:12:55Z</dcterms:modified>
</cp:coreProperties>
</file>